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8288000" cy="10287000"/>
  <p:notesSz cx="6858000" cy="9144000"/>
  <p:embeddedFontLst>
    <p:embeddedFont>
      <p:font typeface="The Seasons Bold" charset="1" panose="00000000000000000000"/>
      <p:regular r:id="rId43"/>
    </p:embeddedFont>
    <p:embeddedFont>
      <p:font typeface="Lora" charset="1" panose="00000500000000000000"/>
      <p:regular r:id="rId44"/>
    </p:embeddedFont>
    <p:embeddedFont>
      <p:font typeface="Times New Roman" charset="1" panose="02030502070405020303"/>
      <p:regular r:id="rId45"/>
    </p:embeddedFont>
    <p:embeddedFont>
      <p:font typeface="The Seasons" charset="1" panose="00000000000000000000"/>
      <p:regular r:id="rId46"/>
    </p:embeddedFont>
    <p:embeddedFont>
      <p:font typeface="Gotham" charset="1" panose="00000000000000000000"/>
      <p:regular r:id="rId47"/>
    </p:embeddedFont>
    <p:embeddedFont>
      <p:font typeface="Montserrat" charset="1" panose="00000500000000000000"/>
      <p:regular r:id="rId48"/>
    </p:embeddedFont>
    <p:embeddedFont>
      <p:font typeface="League Spartan" charset="1" panose="000008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gif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gif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gif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gif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gif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1.pn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18.gif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1.pn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18.gif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8.png" Type="http://schemas.openxmlformats.org/officeDocument/2006/relationships/image"/><Relationship Id="rId4" Target="../media/image57.png" Type="http://schemas.openxmlformats.org/officeDocument/2006/relationships/image"/><Relationship Id="rId5" Target="../media/image59.png" Type="http://schemas.openxmlformats.org/officeDocument/2006/relationships/image"/><Relationship Id="rId6" Target="../media/image60.png" Type="http://schemas.openxmlformats.org/officeDocument/2006/relationships/image"/><Relationship Id="rId7" Target="../media/image56.pn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62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742" y="-1226424"/>
            <a:ext cx="18939347" cy="12971957"/>
            <a:chOff x="0" y="0"/>
            <a:chExt cx="25252463" cy="1729594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635232"/>
              <a:ext cx="24552989" cy="13716000"/>
              <a:chOff x="0" y="0"/>
              <a:chExt cx="4849973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4997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4849973">
                    <a:moveTo>
                      <a:pt x="0" y="0"/>
                    </a:moveTo>
                    <a:lnTo>
                      <a:pt x="4849973" y="0"/>
                    </a:lnTo>
                    <a:lnTo>
                      <a:pt x="484997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C1F4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84997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9522879" y="0"/>
              <a:ext cx="5729584" cy="17295943"/>
              <a:chOff x="0" y="0"/>
              <a:chExt cx="1131770" cy="341648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31770" cy="3416483"/>
              </a:xfrm>
              <a:custGeom>
                <a:avLst/>
                <a:gdLst/>
                <a:ahLst/>
                <a:cxnLst/>
                <a:rect r="r" b="b" t="t" l="l"/>
                <a:pathLst>
                  <a:path h="3416483" w="1131770">
                    <a:moveTo>
                      <a:pt x="0" y="0"/>
                    </a:moveTo>
                    <a:lnTo>
                      <a:pt x="1131770" y="0"/>
                    </a:lnTo>
                    <a:lnTo>
                      <a:pt x="1131770" y="3416483"/>
                    </a:lnTo>
                    <a:lnTo>
                      <a:pt x="0" y="341648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131770" cy="34641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702443" y="1297254"/>
              <a:ext cx="13071218" cy="14892544"/>
              <a:chOff x="0" y="0"/>
              <a:chExt cx="1923629" cy="219166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23629" cy="2191665"/>
              </a:xfrm>
              <a:custGeom>
                <a:avLst/>
                <a:gdLst/>
                <a:ahLst/>
                <a:cxnLst/>
                <a:rect r="r" b="b" t="t" l="l"/>
                <a:pathLst>
                  <a:path h="2191665" w="1923629">
                    <a:moveTo>
                      <a:pt x="961815" y="0"/>
                    </a:moveTo>
                    <a:cubicBezTo>
                      <a:pt x="430619" y="0"/>
                      <a:pt x="0" y="490621"/>
                      <a:pt x="0" y="1095833"/>
                    </a:cubicBezTo>
                    <a:cubicBezTo>
                      <a:pt x="0" y="1701044"/>
                      <a:pt x="430619" y="2191665"/>
                      <a:pt x="961815" y="2191665"/>
                    </a:cubicBezTo>
                    <a:cubicBezTo>
                      <a:pt x="1493010" y="2191665"/>
                      <a:pt x="1923629" y="1701044"/>
                      <a:pt x="1923629" y="1095833"/>
                    </a:cubicBezTo>
                    <a:cubicBezTo>
                      <a:pt x="1923629" y="490621"/>
                      <a:pt x="1493010" y="0"/>
                      <a:pt x="96181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80340" y="157844"/>
                <a:ext cx="1562949" cy="18283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1533966" y="1859676"/>
            <a:ext cx="15220068" cy="6567648"/>
            <a:chOff x="0" y="0"/>
            <a:chExt cx="4242533" cy="18307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42533" cy="1830706"/>
            </a:xfrm>
            <a:custGeom>
              <a:avLst/>
              <a:gdLst/>
              <a:ahLst/>
              <a:cxnLst/>
              <a:rect r="r" b="b" t="t" l="l"/>
              <a:pathLst>
                <a:path h="1830706" w="4242533">
                  <a:moveTo>
                    <a:pt x="50867" y="0"/>
                  </a:moveTo>
                  <a:lnTo>
                    <a:pt x="4191667" y="0"/>
                  </a:lnTo>
                  <a:cubicBezTo>
                    <a:pt x="4205157" y="0"/>
                    <a:pt x="4218096" y="5359"/>
                    <a:pt x="4227635" y="14898"/>
                  </a:cubicBezTo>
                  <a:cubicBezTo>
                    <a:pt x="4237174" y="24438"/>
                    <a:pt x="4242533" y="37376"/>
                    <a:pt x="4242533" y="50867"/>
                  </a:cubicBezTo>
                  <a:lnTo>
                    <a:pt x="4242533" y="1779839"/>
                  </a:lnTo>
                  <a:cubicBezTo>
                    <a:pt x="4242533" y="1807932"/>
                    <a:pt x="4219759" y="1830706"/>
                    <a:pt x="4191667" y="1830706"/>
                  </a:cubicBezTo>
                  <a:lnTo>
                    <a:pt x="50867" y="1830706"/>
                  </a:lnTo>
                  <a:cubicBezTo>
                    <a:pt x="37376" y="1830706"/>
                    <a:pt x="24438" y="1825347"/>
                    <a:pt x="14898" y="1815807"/>
                  </a:cubicBezTo>
                  <a:cubicBezTo>
                    <a:pt x="5359" y="1806268"/>
                    <a:pt x="0" y="1793330"/>
                    <a:pt x="0" y="1779839"/>
                  </a:cubicBezTo>
                  <a:lnTo>
                    <a:pt x="0" y="50867"/>
                  </a:lnTo>
                  <a:cubicBezTo>
                    <a:pt x="0" y="37376"/>
                    <a:pt x="5359" y="24438"/>
                    <a:pt x="14898" y="14898"/>
                  </a:cubicBezTo>
                  <a:cubicBezTo>
                    <a:pt x="24438" y="5359"/>
                    <a:pt x="37376" y="0"/>
                    <a:pt x="50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04999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242533" cy="1868806"/>
            </a:xfrm>
            <a:prstGeom prst="rect">
              <a:avLst/>
            </a:prstGeom>
          </p:spPr>
          <p:txBody>
            <a:bodyPr anchor="ctr" rtlCol="false" tIns="47999" lIns="47999" bIns="47999" rIns="47999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true" flipV="false" rot="0">
            <a:off x="10803853" y="2483059"/>
            <a:ext cx="5522763" cy="5944266"/>
          </a:xfrm>
          <a:custGeom>
            <a:avLst/>
            <a:gdLst/>
            <a:ahLst/>
            <a:cxnLst/>
            <a:rect r="r" b="b" t="t" l="l"/>
            <a:pathLst>
              <a:path h="5944266" w="5522763">
                <a:moveTo>
                  <a:pt x="5522764" y="0"/>
                </a:moveTo>
                <a:lnTo>
                  <a:pt x="0" y="0"/>
                </a:lnTo>
                <a:lnTo>
                  <a:pt x="0" y="5944265"/>
                </a:lnTo>
                <a:lnTo>
                  <a:pt x="5522764" y="5944265"/>
                </a:lnTo>
                <a:lnTo>
                  <a:pt x="55227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222686" y="2525290"/>
            <a:ext cx="9005604" cy="3019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89"/>
              </a:lnSpc>
              <a:spcBef>
                <a:spcPct val="0"/>
              </a:spcBef>
            </a:pPr>
            <a:r>
              <a:rPr lang="en-US" b="true" sz="10638" spc="351" strike="noStrike" u="none">
                <a:solidFill>
                  <a:srgbClr val="000000">
                    <a:alpha val="0"/>
                  </a:srgbClr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</a:t>
            </a:r>
          </a:p>
          <a:p>
            <a:pPr algn="l" marL="0" indent="0" lvl="0">
              <a:lnSpc>
                <a:spcPts val="11489"/>
              </a:lnSpc>
              <a:spcBef>
                <a:spcPct val="0"/>
              </a:spcBef>
            </a:pPr>
            <a:r>
              <a:rPr lang="en-US" b="true" sz="10638" spc="351" strike="noStrike" u="none">
                <a:solidFill>
                  <a:srgbClr val="000000">
                    <a:alpha val="0"/>
                  </a:srgbClr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742" y="-1226424"/>
            <a:ext cx="18939347" cy="12971957"/>
            <a:chOff x="0" y="0"/>
            <a:chExt cx="25252463" cy="1729594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635232"/>
              <a:ext cx="24552989" cy="13716000"/>
              <a:chOff x="0" y="0"/>
              <a:chExt cx="4849973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4997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4849973">
                    <a:moveTo>
                      <a:pt x="0" y="0"/>
                    </a:moveTo>
                    <a:lnTo>
                      <a:pt x="4849973" y="0"/>
                    </a:lnTo>
                    <a:lnTo>
                      <a:pt x="484997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C1F4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84997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9522879" y="0"/>
              <a:ext cx="5729584" cy="17295943"/>
              <a:chOff x="0" y="0"/>
              <a:chExt cx="1131770" cy="341648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31770" cy="3416483"/>
              </a:xfrm>
              <a:custGeom>
                <a:avLst/>
                <a:gdLst/>
                <a:ahLst/>
                <a:cxnLst/>
                <a:rect r="r" b="b" t="t" l="l"/>
                <a:pathLst>
                  <a:path h="3416483" w="1131770">
                    <a:moveTo>
                      <a:pt x="0" y="0"/>
                    </a:moveTo>
                    <a:lnTo>
                      <a:pt x="1131770" y="0"/>
                    </a:lnTo>
                    <a:lnTo>
                      <a:pt x="1131770" y="3416483"/>
                    </a:lnTo>
                    <a:lnTo>
                      <a:pt x="0" y="341648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131770" cy="34641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702443" y="1297254"/>
              <a:ext cx="13071218" cy="14892544"/>
              <a:chOff x="0" y="0"/>
              <a:chExt cx="1923629" cy="219166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23629" cy="2191665"/>
              </a:xfrm>
              <a:custGeom>
                <a:avLst/>
                <a:gdLst/>
                <a:ahLst/>
                <a:cxnLst/>
                <a:rect r="r" b="b" t="t" l="l"/>
                <a:pathLst>
                  <a:path h="2191665" w="1923629">
                    <a:moveTo>
                      <a:pt x="961815" y="0"/>
                    </a:moveTo>
                    <a:cubicBezTo>
                      <a:pt x="430619" y="0"/>
                      <a:pt x="0" y="490621"/>
                      <a:pt x="0" y="1095833"/>
                    </a:cubicBezTo>
                    <a:cubicBezTo>
                      <a:pt x="0" y="1701044"/>
                      <a:pt x="430619" y="2191665"/>
                      <a:pt x="961815" y="2191665"/>
                    </a:cubicBezTo>
                    <a:cubicBezTo>
                      <a:pt x="1493010" y="2191665"/>
                      <a:pt x="1923629" y="1701044"/>
                      <a:pt x="1923629" y="1095833"/>
                    </a:cubicBezTo>
                    <a:cubicBezTo>
                      <a:pt x="1923629" y="490621"/>
                      <a:pt x="1493010" y="0"/>
                      <a:pt x="96181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80340" y="157844"/>
                <a:ext cx="1562949" cy="18283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1533966" y="386013"/>
            <a:ext cx="15220068" cy="9472053"/>
            <a:chOff x="0" y="0"/>
            <a:chExt cx="4242533" cy="26402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42533" cy="2640297"/>
            </a:xfrm>
            <a:custGeom>
              <a:avLst/>
              <a:gdLst/>
              <a:ahLst/>
              <a:cxnLst/>
              <a:rect r="r" b="b" t="t" l="l"/>
              <a:pathLst>
                <a:path h="2640297" w="4242533">
                  <a:moveTo>
                    <a:pt x="50867" y="0"/>
                  </a:moveTo>
                  <a:lnTo>
                    <a:pt x="4191667" y="0"/>
                  </a:lnTo>
                  <a:cubicBezTo>
                    <a:pt x="4205157" y="0"/>
                    <a:pt x="4218096" y="5359"/>
                    <a:pt x="4227635" y="14898"/>
                  </a:cubicBezTo>
                  <a:cubicBezTo>
                    <a:pt x="4237174" y="24438"/>
                    <a:pt x="4242533" y="37376"/>
                    <a:pt x="4242533" y="50867"/>
                  </a:cubicBezTo>
                  <a:lnTo>
                    <a:pt x="4242533" y="2589431"/>
                  </a:lnTo>
                  <a:cubicBezTo>
                    <a:pt x="4242533" y="2617523"/>
                    <a:pt x="4219759" y="2640297"/>
                    <a:pt x="4191667" y="2640297"/>
                  </a:cubicBezTo>
                  <a:lnTo>
                    <a:pt x="50867" y="2640297"/>
                  </a:lnTo>
                  <a:cubicBezTo>
                    <a:pt x="37376" y="2640297"/>
                    <a:pt x="24438" y="2634938"/>
                    <a:pt x="14898" y="2625398"/>
                  </a:cubicBezTo>
                  <a:cubicBezTo>
                    <a:pt x="5359" y="2615859"/>
                    <a:pt x="0" y="2602921"/>
                    <a:pt x="0" y="2589431"/>
                  </a:cubicBezTo>
                  <a:lnTo>
                    <a:pt x="0" y="50867"/>
                  </a:lnTo>
                  <a:cubicBezTo>
                    <a:pt x="0" y="37376"/>
                    <a:pt x="5359" y="24438"/>
                    <a:pt x="14898" y="14898"/>
                  </a:cubicBezTo>
                  <a:cubicBezTo>
                    <a:pt x="24438" y="5359"/>
                    <a:pt x="37376" y="0"/>
                    <a:pt x="50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04999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242533" cy="2678397"/>
            </a:xfrm>
            <a:prstGeom prst="rect">
              <a:avLst/>
            </a:prstGeom>
          </p:spPr>
          <p:txBody>
            <a:bodyPr anchor="ctr" rtlCol="false" tIns="47999" lIns="47999" bIns="47999" rIns="47999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33966" y="1859676"/>
            <a:ext cx="15220068" cy="6567648"/>
            <a:chOff x="0" y="0"/>
            <a:chExt cx="4242533" cy="18307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42533" cy="1830706"/>
            </a:xfrm>
            <a:custGeom>
              <a:avLst/>
              <a:gdLst/>
              <a:ahLst/>
              <a:cxnLst/>
              <a:rect r="r" b="b" t="t" l="l"/>
              <a:pathLst>
                <a:path h="1830706" w="4242533">
                  <a:moveTo>
                    <a:pt x="50867" y="0"/>
                  </a:moveTo>
                  <a:lnTo>
                    <a:pt x="4191667" y="0"/>
                  </a:lnTo>
                  <a:cubicBezTo>
                    <a:pt x="4205157" y="0"/>
                    <a:pt x="4218096" y="5359"/>
                    <a:pt x="4227635" y="14898"/>
                  </a:cubicBezTo>
                  <a:cubicBezTo>
                    <a:pt x="4237174" y="24438"/>
                    <a:pt x="4242533" y="37376"/>
                    <a:pt x="4242533" y="50867"/>
                  </a:cubicBezTo>
                  <a:lnTo>
                    <a:pt x="4242533" y="1779839"/>
                  </a:lnTo>
                  <a:cubicBezTo>
                    <a:pt x="4242533" y="1807932"/>
                    <a:pt x="4219759" y="1830706"/>
                    <a:pt x="4191667" y="1830706"/>
                  </a:cubicBezTo>
                  <a:lnTo>
                    <a:pt x="50867" y="1830706"/>
                  </a:lnTo>
                  <a:cubicBezTo>
                    <a:pt x="37376" y="1830706"/>
                    <a:pt x="24438" y="1825347"/>
                    <a:pt x="14898" y="1815807"/>
                  </a:cubicBezTo>
                  <a:cubicBezTo>
                    <a:pt x="5359" y="1806268"/>
                    <a:pt x="0" y="1793330"/>
                    <a:pt x="0" y="1779839"/>
                  </a:cubicBezTo>
                  <a:lnTo>
                    <a:pt x="0" y="50867"/>
                  </a:lnTo>
                  <a:cubicBezTo>
                    <a:pt x="0" y="37376"/>
                    <a:pt x="5359" y="24438"/>
                    <a:pt x="14898" y="14898"/>
                  </a:cubicBezTo>
                  <a:cubicBezTo>
                    <a:pt x="24438" y="5359"/>
                    <a:pt x="37376" y="0"/>
                    <a:pt x="50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04999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242533" cy="1868806"/>
            </a:xfrm>
            <a:prstGeom prst="rect">
              <a:avLst/>
            </a:prstGeom>
          </p:spPr>
          <p:txBody>
            <a:bodyPr anchor="ctr" rtlCol="false" tIns="47999" lIns="47999" bIns="47999" rIns="47999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true" flipV="false" rot="0">
            <a:off x="10803853" y="2483059"/>
            <a:ext cx="5522763" cy="5944266"/>
          </a:xfrm>
          <a:custGeom>
            <a:avLst/>
            <a:gdLst/>
            <a:ahLst/>
            <a:cxnLst/>
            <a:rect r="r" b="b" t="t" l="l"/>
            <a:pathLst>
              <a:path h="5944266" w="5522763">
                <a:moveTo>
                  <a:pt x="5522764" y="0"/>
                </a:moveTo>
                <a:lnTo>
                  <a:pt x="0" y="0"/>
                </a:lnTo>
                <a:lnTo>
                  <a:pt x="0" y="5944265"/>
                </a:lnTo>
                <a:lnTo>
                  <a:pt x="5522764" y="5944265"/>
                </a:lnTo>
                <a:lnTo>
                  <a:pt x="55227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425062" y="2012076"/>
            <a:ext cx="5474340" cy="193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83"/>
              </a:lnSpc>
              <a:spcBef>
                <a:spcPct val="0"/>
              </a:spcBef>
            </a:pPr>
            <a:r>
              <a:rPr lang="en-US" b="true" sz="13503" spc="445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742" y="-1226424"/>
            <a:ext cx="18939347" cy="12971957"/>
            <a:chOff x="0" y="0"/>
            <a:chExt cx="25252463" cy="1729594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635232"/>
              <a:ext cx="24552989" cy="13716000"/>
              <a:chOff x="0" y="0"/>
              <a:chExt cx="4849973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4997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4849973">
                    <a:moveTo>
                      <a:pt x="0" y="0"/>
                    </a:moveTo>
                    <a:lnTo>
                      <a:pt x="4849973" y="0"/>
                    </a:lnTo>
                    <a:lnTo>
                      <a:pt x="484997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C1F4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84997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9522879" y="0"/>
              <a:ext cx="5729584" cy="17295943"/>
              <a:chOff x="0" y="0"/>
              <a:chExt cx="1131770" cy="341648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31770" cy="3416483"/>
              </a:xfrm>
              <a:custGeom>
                <a:avLst/>
                <a:gdLst/>
                <a:ahLst/>
                <a:cxnLst/>
                <a:rect r="r" b="b" t="t" l="l"/>
                <a:pathLst>
                  <a:path h="3416483" w="1131770">
                    <a:moveTo>
                      <a:pt x="0" y="0"/>
                    </a:moveTo>
                    <a:lnTo>
                      <a:pt x="1131770" y="0"/>
                    </a:lnTo>
                    <a:lnTo>
                      <a:pt x="1131770" y="3416483"/>
                    </a:lnTo>
                    <a:lnTo>
                      <a:pt x="0" y="341648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131770" cy="34641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702443" y="1297254"/>
              <a:ext cx="13071218" cy="14892544"/>
              <a:chOff x="0" y="0"/>
              <a:chExt cx="1923629" cy="219166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23629" cy="2191665"/>
              </a:xfrm>
              <a:custGeom>
                <a:avLst/>
                <a:gdLst/>
                <a:ahLst/>
                <a:cxnLst/>
                <a:rect r="r" b="b" t="t" l="l"/>
                <a:pathLst>
                  <a:path h="2191665" w="1923629">
                    <a:moveTo>
                      <a:pt x="961815" y="0"/>
                    </a:moveTo>
                    <a:cubicBezTo>
                      <a:pt x="430619" y="0"/>
                      <a:pt x="0" y="490621"/>
                      <a:pt x="0" y="1095833"/>
                    </a:cubicBezTo>
                    <a:cubicBezTo>
                      <a:pt x="0" y="1701044"/>
                      <a:pt x="430619" y="2191665"/>
                      <a:pt x="961815" y="2191665"/>
                    </a:cubicBezTo>
                    <a:cubicBezTo>
                      <a:pt x="1493010" y="2191665"/>
                      <a:pt x="1923629" y="1701044"/>
                      <a:pt x="1923629" y="1095833"/>
                    </a:cubicBezTo>
                    <a:cubicBezTo>
                      <a:pt x="1923629" y="490621"/>
                      <a:pt x="1493010" y="0"/>
                      <a:pt x="96181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80340" y="157844"/>
                <a:ext cx="1562949" cy="18283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1533966" y="386013"/>
            <a:ext cx="15220068" cy="9472053"/>
            <a:chOff x="0" y="0"/>
            <a:chExt cx="4242533" cy="26402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42533" cy="2640297"/>
            </a:xfrm>
            <a:custGeom>
              <a:avLst/>
              <a:gdLst/>
              <a:ahLst/>
              <a:cxnLst/>
              <a:rect r="r" b="b" t="t" l="l"/>
              <a:pathLst>
                <a:path h="2640297" w="4242533">
                  <a:moveTo>
                    <a:pt x="50867" y="0"/>
                  </a:moveTo>
                  <a:lnTo>
                    <a:pt x="4191667" y="0"/>
                  </a:lnTo>
                  <a:cubicBezTo>
                    <a:pt x="4205157" y="0"/>
                    <a:pt x="4218096" y="5359"/>
                    <a:pt x="4227635" y="14898"/>
                  </a:cubicBezTo>
                  <a:cubicBezTo>
                    <a:pt x="4237174" y="24438"/>
                    <a:pt x="4242533" y="37376"/>
                    <a:pt x="4242533" y="50867"/>
                  </a:cubicBezTo>
                  <a:lnTo>
                    <a:pt x="4242533" y="2589431"/>
                  </a:lnTo>
                  <a:cubicBezTo>
                    <a:pt x="4242533" y="2617523"/>
                    <a:pt x="4219759" y="2640297"/>
                    <a:pt x="4191667" y="2640297"/>
                  </a:cubicBezTo>
                  <a:lnTo>
                    <a:pt x="50867" y="2640297"/>
                  </a:lnTo>
                  <a:cubicBezTo>
                    <a:pt x="37376" y="2640297"/>
                    <a:pt x="24438" y="2634938"/>
                    <a:pt x="14898" y="2625398"/>
                  </a:cubicBezTo>
                  <a:cubicBezTo>
                    <a:pt x="5359" y="2615859"/>
                    <a:pt x="0" y="2602921"/>
                    <a:pt x="0" y="2589431"/>
                  </a:cubicBezTo>
                  <a:lnTo>
                    <a:pt x="0" y="50867"/>
                  </a:lnTo>
                  <a:cubicBezTo>
                    <a:pt x="0" y="37376"/>
                    <a:pt x="5359" y="24438"/>
                    <a:pt x="14898" y="14898"/>
                  </a:cubicBezTo>
                  <a:cubicBezTo>
                    <a:pt x="24438" y="5359"/>
                    <a:pt x="37376" y="0"/>
                    <a:pt x="50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04999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242533" cy="2678397"/>
            </a:xfrm>
            <a:prstGeom prst="rect">
              <a:avLst/>
            </a:prstGeom>
          </p:spPr>
          <p:txBody>
            <a:bodyPr anchor="ctr" rtlCol="false" tIns="47999" lIns="47999" bIns="47999" rIns="47999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33966" y="1859676"/>
            <a:ext cx="15220068" cy="6567648"/>
            <a:chOff x="0" y="0"/>
            <a:chExt cx="4242533" cy="18307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42533" cy="1830706"/>
            </a:xfrm>
            <a:custGeom>
              <a:avLst/>
              <a:gdLst/>
              <a:ahLst/>
              <a:cxnLst/>
              <a:rect r="r" b="b" t="t" l="l"/>
              <a:pathLst>
                <a:path h="1830706" w="4242533">
                  <a:moveTo>
                    <a:pt x="50867" y="0"/>
                  </a:moveTo>
                  <a:lnTo>
                    <a:pt x="4191667" y="0"/>
                  </a:lnTo>
                  <a:cubicBezTo>
                    <a:pt x="4205157" y="0"/>
                    <a:pt x="4218096" y="5359"/>
                    <a:pt x="4227635" y="14898"/>
                  </a:cubicBezTo>
                  <a:cubicBezTo>
                    <a:pt x="4237174" y="24438"/>
                    <a:pt x="4242533" y="37376"/>
                    <a:pt x="4242533" y="50867"/>
                  </a:cubicBezTo>
                  <a:lnTo>
                    <a:pt x="4242533" y="1779839"/>
                  </a:lnTo>
                  <a:cubicBezTo>
                    <a:pt x="4242533" y="1807932"/>
                    <a:pt x="4219759" y="1830706"/>
                    <a:pt x="4191667" y="1830706"/>
                  </a:cubicBezTo>
                  <a:lnTo>
                    <a:pt x="50867" y="1830706"/>
                  </a:lnTo>
                  <a:cubicBezTo>
                    <a:pt x="37376" y="1830706"/>
                    <a:pt x="24438" y="1825347"/>
                    <a:pt x="14898" y="1815807"/>
                  </a:cubicBezTo>
                  <a:cubicBezTo>
                    <a:pt x="5359" y="1806268"/>
                    <a:pt x="0" y="1793330"/>
                    <a:pt x="0" y="1779839"/>
                  </a:cubicBezTo>
                  <a:lnTo>
                    <a:pt x="0" y="50867"/>
                  </a:lnTo>
                  <a:cubicBezTo>
                    <a:pt x="0" y="37376"/>
                    <a:pt x="5359" y="24438"/>
                    <a:pt x="14898" y="14898"/>
                  </a:cubicBezTo>
                  <a:cubicBezTo>
                    <a:pt x="24438" y="5359"/>
                    <a:pt x="37376" y="0"/>
                    <a:pt x="50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04999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242533" cy="1868806"/>
            </a:xfrm>
            <a:prstGeom prst="rect">
              <a:avLst/>
            </a:prstGeom>
          </p:spPr>
          <p:txBody>
            <a:bodyPr anchor="ctr" rtlCol="false" tIns="47999" lIns="47999" bIns="47999" rIns="47999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true" flipV="false" rot="0">
            <a:off x="10803853" y="2483059"/>
            <a:ext cx="5522763" cy="5944266"/>
          </a:xfrm>
          <a:custGeom>
            <a:avLst/>
            <a:gdLst/>
            <a:ahLst/>
            <a:cxnLst/>
            <a:rect r="r" b="b" t="t" l="l"/>
            <a:pathLst>
              <a:path h="5944266" w="5522763">
                <a:moveTo>
                  <a:pt x="5522764" y="0"/>
                </a:moveTo>
                <a:lnTo>
                  <a:pt x="0" y="0"/>
                </a:lnTo>
                <a:lnTo>
                  <a:pt x="0" y="5944265"/>
                </a:lnTo>
                <a:lnTo>
                  <a:pt x="5522764" y="5944265"/>
                </a:lnTo>
                <a:lnTo>
                  <a:pt x="55227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516349" y="4276532"/>
            <a:ext cx="2920506" cy="100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13"/>
              </a:lnSpc>
              <a:spcBef>
                <a:spcPct val="0"/>
              </a:spcBef>
            </a:pPr>
            <a:r>
              <a:rPr lang="en-US" b="true" sz="6957" spc="229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scores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25062" y="2012076"/>
            <a:ext cx="5474340" cy="193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83"/>
              </a:lnSpc>
              <a:spcBef>
                <a:spcPct val="0"/>
              </a:spcBef>
            </a:pPr>
            <a:r>
              <a:rPr lang="en-US" b="true" sz="13503" spc="445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742" y="-1226424"/>
            <a:ext cx="18939347" cy="12971957"/>
            <a:chOff x="0" y="0"/>
            <a:chExt cx="25252463" cy="1729594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635232"/>
              <a:ext cx="24552989" cy="13716000"/>
              <a:chOff x="0" y="0"/>
              <a:chExt cx="4849973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4997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4849973">
                    <a:moveTo>
                      <a:pt x="0" y="0"/>
                    </a:moveTo>
                    <a:lnTo>
                      <a:pt x="4849973" y="0"/>
                    </a:lnTo>
                    <a:lnTo>
                      <a:pt x="484997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C1F4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84997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9522879" y="0"/>
              <a:ext cx="5729584" cy="17295943"/>
              <a:chOff x="0" y="0"/>
              <a:chExt cx="1131770" cy="341648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31770" cy="3416483"/>
              </a:xfrm>
              <a:custGeom>
                <a:avLst/>
                <a:gdLst/>
                <a:ahLst/>
                <a:cxnLst/>
                <a:rect r="r" b="b" t="t" l="l"/>
                <a:pathLst>
                  <a:path h="3416483" w="1131770">
                    <a:moveTo>
                      <a:pt x="0" y="0"/>
                    </a:moveTo>
                    <a:lnTo>
                      <a:pt x="1131770" y="0"/>
                    </a:lnTo>
                    <a:lnTo>
                      <a:pt x="1131770" y="3416483"/>
                    </a:lnTo>
                    <a:lnTo>
                      <a:pt x="0" y="341648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131770" cy="34641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702443" y="1297254"/>
              <a:ext cx="13071218" cy="14892544"/>
              <a:chOff x="0" y="0"/>
              <a:chExt cx="1923629" cy="219166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23629" cy="2191665"/>
              </a:xfrm>
              <a:custGeom>
                <a:avLst/>
                <a:gdLst/>
                <a:ahLst/>
                <a:cxnLst/>
                <a:rect r="r" b="b" t="t" l="l"/>
                <a:pathLst>
                  <a:path h="2191665" w="1923629">
                    <a:moveTo>
                      <a:pt x="961815" y="0"/>
                    </a:moveTo>
                    <a:cubicBezTo>
                      <a:pt x="430619" y="0"/>
                      <a:pt x="0" y="490621"/>
                      <a:pt x="0" y="1095833"/>
                    </a:cubicBezTo>
                    <a:cubicBezTo>
                      <a:pt x="0" y="1701044"/>
                      <a:pt x="430619" y="2191665"/>
                      <a:pt x="961815" y="2191665"/>
                    </a:cubicBezTo>
                    <a:cubicBezTo>
                      <a:pt x="1493010" y="2191665"/>
                      <a:pt x="1923629" y="1701044"/>
                      <a:pt x="1923629" y="1095833"/>
                    </a:cubicBezTo>
                    <a:cubicBezTo>
                      <a:pt x="1923629" y="490621"/>
                      <a:pt x="1493010" y="0"/>
                      <a:pt x="96181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80340" y="157844"/>
                <a:ext cx="1562949" cy="18283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1533966" y="386013"/>
            <a:ext cx="15220068" cy="9472053"/>
            <a:chOff x="0" y="0"/>
            <a:chExt cx="4242533" cy="26402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42533" cy="2640297"/>
            </a:xfrm>
            <a:custGeom>
              <a:avLst/>
              <a:gdLst/>
              <a:ahLst/>
              <a:cxnLst/>
              <a:rect r="r" b="b" t="t" l="l"/>
              <a:pathLst>
                <a:path h="2640297" w="4242533">
                  <a:moveTo>
                    <a:pt x="50867" y="0"/>
                  </a:moveTo>
                  <a:lnTo>
                    <a:pt x="4191667" y="0"/>
                  </a:lnTo>
                  <a:cubicBezTo>
                    <a:pt x="4205157" y="0"/>
                    <a:pt x="4218096" y="5359"/>
                    <a:pt x="4227635" y="14898"/>
                  </a:cubicBezTo>
                  <a:cubicBezTo>
                    <a:pt x="4237174" y="24438"/>
                    <a:pt x="4242533" y="37376"/>
                    <a:pt x="4242533" y="50867"/>
                  </a:cubicBezTo>
                  <a:lnTo>
                    <a:pt x="4242533" y="2589431"/>
                  </a:lnTo>
                  <a:cubicBezTo>
                    <a:pt x="4242533" y="2617523"/>
                    <a:pt x="4219759" y="2640297"/>
                    <a:pt x="4191667" y="2640297"/>
                  </a:cubicBezTo>
                  <a:lnTo>
                    <a:pt x="50867" y="2640297"/>
                  </a:lnTo>
                  <a:cubicBezTo>
                    <a:pt x="37376" y="2640297"/>
                    <a:pt x="24438" y="2634938"/>
                    <a:pt x="14898" y="2625398"/>
                  </a:cubicBezTo>
                  <a:cubicBezTo>
                    <a:pt x="5359" y="2615859"/>
                    <a:pt x="0" y="2602921"/>
                    <a:pt x="0" y="2589431"/>
                  </a:cubicBezTo>
                  <a:lnTo>
                    <a:pt x="0" y="50867"/>
                  </a:lnTo>
                  <a:cubicBezTo>
                    <a:pt x="0" y="37376"/>
                    <a:pt x="5359" y="24438"/>
                    <a:pt x="14898" y="14898"/>
                  </a:cubicBezTo>
                  <a:cubicBezTo>
                    <a:pt x="24438" y="5359"/>
                    <a:pt x="37376" y="0"/>
                    <a:pt x="50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04999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242533" cy="2678397"/>
            </a:xfrm>
            <a:prstGeom prst="rect">
              <a:avLst/>
            </a:prstGeom>
          </p:spPr>
          <p:txBody>
            <a:bodyPr anchor="ctr" rtlCol="false" tIns="47999" lIns="47999" bIns="47999" rIns="47999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33966" y="1859676"/>
            <a:ext cx="15220068" cy="6567648"/>
            <a:chOff x="0" y="0"/>
            <a:chExt cx="4242533" cy="18307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42533" cy="1830706"/>
            </a:xfrm>
            <a:custGeom>
              <a:avLst/>
              <a:gdLst/>
              <a:ahLst/>
              <a:cxnLst/>
              <a:rect r="r" b="b" t="t" l="l"/>
              <a:pathLst>
                <a:path h="1830706" w="4242533">
                  <a:moveTo>
                    <a:pt x="50867" y="0"/>
                  </a:moveTo>
                  <a:lnTo>
                    <a:pt x="4191667" y="0"/>
                  </a:lnTo>
                  <a:cubicBezTo>
                    <a:pt x="4205157" y="0"/>
                    <a:pt x="4218096" y="5359"/>
                    <a:pt x="4227635" y="14898"/>
                  </a:cubicBezTo>
                  <a:cubicBezTo>
                    <a:pt x="4237174" y="24438"/>
                    <a:pt x="4242533" y="37376"/>
                    <a:pt x="4242533" y="50867"/>
                  </a:cubicBezTo>
                  <a:lnTo>
                    <a:pt x="4242533" y="1779839"/>
                  </a:lnTo>
                  <a:cubicBezTo>
                    <a:pt x="4242533" y="1807932"/>
                    <a:pt x="4219759" y="1830706"/>
                    <a:pt x="4191667" y="1830706"/>
                  </a:cubicBezTo>
                  <a:lnTo>
                    <a:pt x="50867" y="1830706"/>
                  </a:lnTo>
                  <a:cubicBezTo>
                    <a:pt x="37376" y="1830706"/>
                    <a:pt x="24438" y="1825347"/>
                    <a:pt x="14898" y="1815807"/>
                  </a:cubicBezTo>
                  <a:cubicBezTo>
                    <a:pt x="5359" y="1806268"/>
                    <a:pt x="0" y="1793330"/>
                    <a:pt x="0" y="1779839"/>
                  </a:cubicBezTo>
                  <a:lnTo>
                    <a:pt x="0" y="50867"/>
                  </a:lnTo>
                  <a:cubicBezTo>
                    <a:pt x="0" y="37376"/>
                    <a:pt x="5359" y="24438"/>
                    <a:pt x="14898" y="14898"/>
                  </a:cubicBezTo>
                  <a:cubicBezTo>
                    <a:pt x="24438" y="5359"/>
                    <a:pt x="37376" y="0"/>
                    <a:pt x="50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04999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242533" cy="1868806"/>
            </a:xfrm>
            <a:prstGeom prst="rect">
              <a:avLst/>
            </a:prstGeom>
          </p:spPr>
          <p:txBody>
            <a:bodyPr anchor="ctr" rtlCol="false" tIns="47999" lIns="47999" bIns="47999" rIns="47999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true" flipV="false" rot="0">
            <a:off x="10803853" y="2483059"/>
            <a:ext cx="5522763" cy="5944266"/>
          </a:xfrm>
          <a:custGeom>
            <a:avLst/>
            <a:gdLst/>
            <a:ahLst/>
            <a:cxnLst/>
            <a:rect r="r" b="b" t="t" l="l"/>
            <a:pathLst>
              <a:path h="5944266" w="5522763">
                <a:moveTo>
                  <a:pt x="5522764" y="0"/>
                </a:moveTo>
                <a:lnTo>
                  <a:pt x="0" y="0"/>
                </a:lnTo>
                <a:lnTo>
                  <a:pt x="0" y="5944265"/>
                </a:lnTo>
                <a:lnTo>
                  <a:pt x="5522764" y="5944265"/>
                </a:lnTo>
                <a:lnTo>
                  <a:pt x="55227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395437" y="5278061"/>
            <a:ext cx="2100545" cy="120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26"/>
              </a:lnSpc>
              <a:spcBef>
                <a:spcPct val="0"/>
              </a:spcBef>
            </a:pPr>
            <a:r>
              <a:rPr lang="en-US" b="true" sz="8358" spc="275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test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16349" y="4276532"/>
            <a:ext cx="2920506" cy="996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13"/>
              </a:lnSpc>
              <a:spcBef>
                <a:spcPct val="0"/>
              </a:spcBef>
            </a:pPr>
            <a:r>
              <a:rPr lang="en-US" b="true" sz="6957" spc="229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scores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25062" y="2012076"/>
            <a:ext cx="5474340" cy="193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83"/>
              </a:lnSpc>
              <a:spcBef>
                <a:spcPct val="0"/>
              </a:spcBef>
            </a:pPr>
            <a:r>
              <a:rPr lang="en-US" b="true" sz="13503" spc="445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742" y="-1226424"/>
            <a:ext cx="18939347" cy="12971957"/>
            <a:chOff x="0" y="0"/>
            <a:chExt cx="25252463" cy="1729594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635232"/>
              <a:ext cx="24552989" cy="13716000"/>
              <a:chOff x="0" y="0"/>
              <a:chExt cx="4849973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4997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4849973">
                    <a:moveTo>
                      <a:pt x="0" y="0"/>
                    </a:moveTo>
                    <a:lnTo>
                      <a:pt x="4849973" y="0"/>
                    </a:lnTo>
                    <a:lnTo>
                      <a:pt x="484997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C1F4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84997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9522879" y="0"/>
              <a:ext cx="5729584" cy="17295943"/>
              <a:chOff x="0" y="0"/>
              <a:chExt cx="1131770" cy="341648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31770" cy="3416483"/>
              </a:xfrm>
              <a:custGeom>
                <a:avLst/>
                <a:gdLst/>
                <a:ahLst/>
                <a:cxnLst/>
                <a:rect r="r" b="b" t="t" l="l"/>
                <a:pathLst>
                  <a:path h="3416483" w="1131770">
                    <a:moveTo>
                      <a:pt x="0" y="0"/>
                    </a:moveTo>
                    <a:lnTo>
                      <a:pt x="1131770" y="0"/>
                    </a:lnTo>
                    <a:lnTo>
                      <a:pt x="1131770" y="3416483"/>
                    </a:lnTo>
                    <a:lnTo>
                      <a:pt x="0" y="341648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131770" cy="34641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702443" y="1297254"/>
              <a:ext cx="13071218" cy="14892544"/>
              <a:chOff x="0" y="0"/>
              <a:chExt cx="1923629" cy="219166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23629" cy="2191665"/>
              </a:xfrm>
              <a:custGeom>
                <a:avLst/>
                <a:gdLst/>
                <a:ahLst/>
                <a:cxnLst/>
                <a:rect r="r" b="b" t="t" l="l"/>
                <a:pathLst>
                  <a:path h="2191665" w="1923629">
                    <a:moveTo>
                      <a:pt x="961815" y="0"/>
                    </a:moveTo>
                    <a:cubicBezTo>
                      <a:pt x="430619" y="0"/>
                      <a:pt x="0" y="490621"/>
                      <a:pt x="0" y="1095833"/>
                    </a:cubicBezTo>
                    <a:cubicBezTo>
                      <a:pt x="0" y="1701044"/>
                      <a:pt x="430619" y="2191665"/>
                      <a:pt x="961815" y="2191665"/>
                    </a:cubicBezTo>
                    <a:cubicBezTo>
                      <a:pt x="1493010" y="2191665"/>
                      <a:pt x="1923629" y="1701044"/>
                      <a:pt x="1923629" y="1095833"/>
                    </a:cubicBezTo>
                    <a:cubicBezTo>
                      <a:pt x="1923629" y="490621"/>
                      <a:pt x="1493010" y="0"/>
                      <a:pt x="96181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80340" y="157844"/>
                <a:ext cx="1562949" cy="18283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1533966" y="1859676"/>
            <a:ext cx="15220068" cy="6567648"/>
            <a:chOff x="0" y="0"/>
            <a:chExt cx="4242533" cy="18307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42533" cy="1830706"/>
            </a:xfrm>
            <a:custGeom>
              <a:avLst/>
              <a:gdLst/>
              <a:ahLst/>
              <a:cxnLst/>
              <a:rect r="r" b="b" t="t" l="l"/>
              <a:pathLst>
                <a:path h="1830706" w="4242533">
                  <a:moveTo>
                    <a:pt x="50867" y="0"/>
                  </a:moveTo>
                  <a:lnTo>
                    <a:pt x="4191667" y="0"/>
                  </a:lnTo>
                  <a:cubicBezTo>
                    <a:pt x="4205157" y="0"/>
                    <a:pt x="4218096" y="5359"/>
                    <a:pt x="4227635" y="14898"/>
                  </a:cubicBezTo>
                  <a:cubicBezTo>
                    <a:pt x="4237174" y="24438"/>
                    <a:pt x="4242533" y="37376"/>
                    <a:pt x="4242533" y="50867"/>
                  </a:cubicBezTo>
                  <a:lnTo>
                    <a:pt x="4242533" y="1779839"/>
                  </a:lnTo>
                  <a:cubicBezTo>
                    <a:pt x="4242533" y="1807932"/>
                    <a:pt x="4219759" y="1830706"/>
                    <a:pt x="4191667" y="1830706"/>
                  </a:cubicBezTo>
                  <a:lnTo>
                    <a:pt x="50867" y="1830706"/>
                  </a:lnTo>
                  <a:cubicBezTo>
                    <a:pt x="37376" y="1830706"/>
                    <a:pt x="24438" y="1825347"/>
                    <a:pt x="14898" y="1815807"/>
                  </a:cubicBezTo>
                  <a:cubicBezTo>
                    <a:pt x="5359" y="1806268"/>
                    <a:pt x="0" y="1793330"/>
                    <a:pt x="0" y="1779839"/>
                  </a:cubicBezTo>
                  <a:lnTo>
                    <a:pt x="0" y="50867"/>
                  </a:lnTo>
                  <a:cubicBezTo>
                    <a:pt x="0" y="37376"/>
                    <a:pt x="5359" y="24438"/>
                    <a:pt x="14898" y="14898"/>
                  </a:cubicBezTo>
                  <a:cubicBezTo>
                    <a:pt x="24438" y="5359"/>
                    <a:pt x="37376" y="0"/>
                    <a:pt x="50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04999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242533" cy="1868806"/>
            </a:xfrm>
            <a:prstGeom prst="rect">
              <a:avLst/>
            </a:prstGeom>
          </p:spPr>
          <p:txBody>
            <a:bodyPr anchor="ctr" rtlCol="false" tIns="47999" lIns="47999" bIns="47999" rIns="47999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33966" y="386013"/>
            <a:ext cx="15220068" cy="9472053"/>
            <a:chOff x="0" y="0"/>
            <a:chExt cx="4242533" cy="26402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42533" cy="2640297"/>
            </a:xfrm>
            <a:custGeom>
              <a:avLst/>
              <a:gdLst/>
              <a:ahLst/>
              <a:cxnLst/>
              <a:rect r="r" b="b" t="t" l="l"/>
              <a:pathLst>
                <a:path h="2640297" w="4242533">
                  <a:moveTo>
                    <a:pt x="50867" y="0"/>
                  </a:moveTo>
                  <a:lnTo>
                    <a:pt x="4191667" y="0"/>
                  </a:lnTo>
                  <a:cubicBezTo>
                    <a:pt x="4205157" y="0"/>
                    <a:pt x="4218096" y="5359"/>
                    <a:pt x="4227635" y="14898"/>
                  </a:cubicBezTo>
                  <a:cubicBezTo>
                    <a:pt x="4237174" y="24438"/>
                    <a:pt x="4242533" y="37376"/>
                    <a:pt x="4242533" y="50867"/>
                  </a:cubicBezTo>
                  <a:lnTo>
                    <a:pt x="4242533" y="2589431"/>
                  </a:lnTo>
                  <a:cubicBezTo>
                    <a:pt x="4242533" y="2617523"/>
                    <a:pt x="4219759" y="2640297"/>
                    <a:pt x="4191667" y="2640297"/>
                  </a:cubicBezTo>
                  <a:lnTo>
                    <a:pt x="50867" y="2640297"/>
                  </a:lnTo>
                  <a:cubicBezTo>
                    <a:pt x="37376" y="2640297"/>
                    <a:pt x="24438" y="2634938"/>
                    <a:pt x="14898" y="2625398"/>
                  </a:cubicBezTo>
                  <a:cubicBezTo>
                    <a:pt x="5359" y="2615859"/>
                    <a:pt x="0" y="2602921"/>
                    <a:pt x="0" y="2589431"/>
                  </a:cubicBezTo>
                  <a:lnTo>
                    <a:pt x="0" y="50867"/>
                  </a:lnTo>
                  <a:cubicBezTo>
                    <a:pt x="0" y="37376"/>
                    <a:pt x="5359" y="24438"/>
                    <a:pt x="14898" y="14898"/>
                  </a:cubicBezTo>
                  <a:cubicBezTo>
                    <a:pt x="24438" y="5359"/>
                    <a:pt x="37376" y="0"/>
                    <a:pt x="50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04999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242533" cy="2678397"/>
            </a:xfrm>
            <a:prstGeom prst="rect">
              <a:avLst/>
            </a:prstGeom>
          </p:spPr>
          <p:txBody>
            <a:bodyPr anchor="ctr" rtlCol="false" tIns="47999" lIns="47999" bIns="47999" rIns="47999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true" flipV="false" rot="0">
            <a:off x="10803853" y="2483059"/>
            <a:ext cx="5522763" cy="5944266"/>
          </a:xfrm>
          <a:custGeom>
            <a:avLst/>
            <a:gdLst/>
            <a:ahLst/>
            <a:cxnLst/>
            <a:rect r="r" b="b" t="t" l="l"/>
            <a:pathLst>
              <a:path h="5944266" w="5522763">
                <a:moveTo>
                  <a:pt x="5522764" y="0"/>
                </a:moveTo>
                <a:lnTo>
                  <a:pt x="0" y="0"/>
                </a:lnTo>
                <a:lnTo>
                  <a:pt x="0" y="5944265"/>
                </a:lnTo>
                <a:lnTo>
                  <a:pt x="5522764" y="5944265"/>
                </a:lnTo>
                <a:lnTo>
                  <a:pt x="55227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451580" y="6995447"/>
            <a:ext cx="4705640" cy="84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17"/>
              </a:lnSpc>
              <a:spcBef>
                <a:spcPct val="0"/>
              </a:spcBef>
            </a:pPr>
            <a:r>
              <a:rPr lang="en-US" b="true" sz="5849" spc="193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leaderboard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95437" y="5278061"/>
            <a:ext cx="2100545" cy="120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26"/>
              </a:lnSpc>
              <a:spcBef>
                <a:spcPct val="0"/>
              </a:spcBef>
            </a:pPr>
            <a:r>
              <a:rPr lang="en-US" b="true" sz="8358" spc="275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test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516349" y="4276532"/>
            <a:ext cx="2920506" cy="996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13"/>
              </a:lnSpc>
              <a:spcBef>
                <a:spcPct val="0"/>
              </a:spcBef>
            </a:pPr>
            <a:r>
              <a:rPr lang="en-US" b="true" sz="6957" spc="229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scores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25062" y="2012076"/>
            <a:ext cx="5474340" cy="193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83"/>
              </a:lnSpc>
              <a:spcBef>
                <a:spcPct val="0"/>
              </a:spcBef>
            </a:pPr>
            <a:r>
              <a:rPr lang="en-US" b="true" sz="13503" spc="445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742" y="-1226424"/>
            <a:ext cx="18939347" cy="12971957"/>
            <a:chOff x="0" y="0"/>
            <a:chExt cx="25252463" cy="1729594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635232"/>
              <a:ext cx="24552989" cy="13716000"/>
              <a:chOff x="0" y="0"/>
              <a:chExt cx="4849973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4997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4849973">
                    <a:moveTo>
                      <a:pt x="0" y="0"/>
                    </a:moveTo>
                    <a:lnTo>
                      <a:pt x="4849973" y="0"/>
                    </a:lnTo>
                    <a:lnTo>
                      <a:pt x="484997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C1F4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84997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9522879" y="0"/>
              <a:ext cx="5729584" cy="17295943"/>
              <a:chOff x="0" y="0"/>
              <a:chExt cx="1131770" cy="341648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31770" cy="3416483"/>
              </a:xfrm>
              <a:custGeom>
                <a:avLst/>
                <a:gdLst/>
                <a:ahLst/>
                <a:cxnLst/>
                <a:rect r="r" b="b" t="t" l="l"/>
                <a:pathLst>
                  <a:path h="3416483" w="1131770">
                    <a:moveTo>
                      <a:pt x="0" y="0"/>
                    </a:moveTo>
                    <a:lnTo>
                      <a:pt x="1131770" y="0"/>
                    </a:lnTo>
                    <a:lnTo>
                      <a:pt x="1131770" y="3416483"/>
                    </a:lnTo>
                    <a:lnTo>
                      <a:pt x="0" y="341648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131770" cy="34641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702443" y="1297254"/>
              <a:ext cx="13071218" cy="14892544"/>
              <a:chOff x="0" y="0"/>
              <a:chExt cx="1923629" cy="219166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23629" cy="2191665"/>
              </a:xfrm>
              <a:custGeom>
                <a:avLst/>
                <a:gdLst/>
                <a:ahLst/>
                <a:cxnLst/>
                <a:rect r="r" b="b" t="t" l="l"/>
                <a:pathLst>
                  <a:path h="2191665" w="1923629">
                    <a:moveTo>
                      <a:pt x="961815" y="0"/>
                    </a:moveTo>
                    <a:cubicBezTo>
                      <a:pt x="430619" y="0"/>
                      <a:pt x="0" y="490621"/>
                      <a:pt x="0" y="1095833"/>
                    </a:cubicBezTo>
                    <a:cubicBezTo>
                      <a:pt x="0" y="1701044"/>
                      <a:pt x="430619" y="2191665"/>
                      <a:pt x="961815" y="2191665"/>
                    </a:cubicBezTo>
                    <a:cubicBezTo>
                      <a:pt x="1493010" y="2191665"/>
                      <a:pt x="1923629" y="1701044"/>
                      <a:pt x="1923629" y="1095833"/>
                    </a:cubicBezTo>
                    <a:cubicBezTo>
                      <a:pt x="1923629" y="490621"/>
                      <a:pt x="1493010" y="0"/>
                      <a:pt x="96181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80340" y="157844"/>
                <a:ext cx="1562949" cy="18283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1533966" y="1859676"/>
            <a:ext cx="15220068" cy="6567648"/>
            <a:chOff x="0" y="0"/>
            <a:chExt cx="4242533" cy="18307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42533" cy="1830706"/>
            </a:xfrm>
            <a:custGeom>
              <a:avLst/>
              <a:gdLst/>
              <a:ahLst/>
              <a:cxnLst/>
              <a:rect r="r" b="b" t="t" l="l"/>
              <a:pathLst>
                <a:path h="1830706" w="4242533">
                  <a:moveTo>
                    <a:pt x="50867" y="0"/>
                  </a:moveTo>
                  <a:lnTo>
                    <a:pt x="4191667" y="0"/>
                  </a:lnTo>
                  <a:cubicBezTo>
                    <a:pt x="4205157" y="0"/>
                    <a:pt x="4218096" y="5359"/>
                    <a:pt x="4227635" y="14898"/>
                  </a:cubicBezTo>
                  <a:cubicBezTo>
                    <a:pt x="4237174" y="24438"/>
                    <a:pt x="4242533" y="37376"/>
                    <a:pt x="4242533" y="50867"/>
                  </a:cubicBezTo>
                  <a:lnTo>
                    <a:pt x="4242533" y="1779839"/>
                  </a:lnTo>
                  <a:cubicBezTo>
                    <a:pt x="4242533" y="1807932"/>
                    <a:pt x="4219759" y="1830706"/>
                    <a:pt x="4191667" y="1830706"/>
                  </a:cubicBezTo>
                  <a:lnTo>
                    <a:pt x="50867" y="1830706"/>
                  </a:lnTo>
                  <a:cubicBezTo>
                    <a:pt x="37376" y="1830706"/>
                    <a:pt x="24438" y="1825347"/>
                    <a:pt x="14898" y="1815807"/>
                  </a:cubicBezTo>
                  <a:cubicBezTo>
                    <a:pt x="5359" y="1806268"/>
                    <a:pt x="0" y="1793330"/>
                    <a:pt x="0" y="1779839"/>
                  </a:cubicBezTo>
                  <a:lnTo>
                    <a:pt x="0" y="50867"/>
                  </a:lnTo>
                  <a:cubicBezTo>
                    <a:pt x="0" y="37376"/>
                    <a:pt x="5359" y="24438"/>
                    <a:pt x="14898" y="14898"/>
                  </a:cubicBezTo>
                  <a:cubicBezTo>
                    <a:pt x="24438" y="5359"/>
                    <a:pt x="37376" y="0"/>
                    <a:pt x="50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04999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242533" cy="1868806"/>
            </a:xfrm>
            <a:prstGeom prst="rect">
              <a:avLst/>
            </a:prstGeom>
          </p:spPr>
          <p:txBody>
            <a:bodyPr anchor="ctr" rtlCol="false" tIns="47999" lIns="47999" bIns="47999" rIns="47999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33966" y="386013"/>
            <a:ext cx="15220068" cy="9472053"/>
            <a:chOff x="0" y="0"/>
            <a:chExt cx="4242533" cy="26402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42533" cy="2640297"/>
            </a:xfrm>
            <a:custGeom>
              <a:avLst/>
              <a:gdLst/>
              <a:ahLst/>
              <a:cxnLst/>
              <a:rect r="r" b="b" t="t" l="l"/>
              <a:pathLst>
                <a:path h="2640297" w="4242533">
                  <a:moveTo>
                    <a:pt x="50867" y="0"/>
                  </a:moveTo>
                  <a:lnTo>
                    <a:pt x="4191667" y="0"/>
                  </a:lnTo>
                  <a:cubicBezTo>
                    <a:pt x="4205157" y="0"/>
                    <a:pt x="4218096" y="5359"/>
                    <a:pt x="4227635" y="14898"/>
                  </a:cubicBezTo>
                  <a:cubicBezTo>
                    <a:pt x="4237174" y="24438"/>
                    <a:pt x="4242533" y="37376"/>
                    <a:pt x="4242533" y="50867"/>
                  </a:cubicBezTo>
                  <a:lnTo>
                    <a:pt x="4242533" y="2589431"/>
                  </a:lnTo>
                  <a:cubicBezTo>
                    <a:pt x="4242533" y="2617523"/>
                    <a:pt x="4219759" y="2640297"/>
                    <a:pt x="4191667" y="2640297"/>
                  </a:cubicBezTo>
                  <a:lnTo>
                    <a:pt x="50867" y="2640297"/>
                  </a:lnTo>
                  <a:cubicBezTo>
                    <a:pt x="37376" y="2640297"/>
                    <a:pt x="24438" y="2634938"/>
                    <a:pt x="14898" y="2625398"/>
                  </a:cubicBezTo>
                  <a:cubicBezTo>
                    <a:pt x="5359" y="2615859"/>
                    <a:pt x="0" y="2602921"/>
                    <a:pt x="0" y="2589431"/>
                  </a:cubicBezTo>
                  <a:lnTo>
                    <a:pt x="0" y="50867"/>
                  </a:lnTo>
                  <a:cubicBezTo>
                    <a:pt x="0" y="37376"/>
                    <a:pt x="5359" y="24438"/>
                    <a:pt x="14898" y="14898"/>
                  </a:cubicBezTo>
                  <a:cubicBezTo>
                    <a:pt x="24438" y="5359"/>
                    <a:pt x="37376" y="0"/>
                    <a:pt x="50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04999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242533" cy="2678397"/>
            </a:xfrm>
            <a:prstGeom prst="rect">
              <a:avLst/>
            </a:prstGeom>
          </p:spPr>
          <p:txBody>
            <a:bodyPr anchor="ctr" rtlCol="false" tIns="47999" lIns="47999" bIns="47999" rIns="47999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true" flipV="false" rot="0">
            <a:off x="10803853" y="2483059"/>
            <a:ext cx="5522763" cy="5944266"/>
          </a:xfrm>
          <a:custGeom>
            <a:avLst/>
            <a:gdLst/>
            <a:ahLst/>
            <a:cxnLst/>
            <a:rect r="r" b="b" t="t" l="l"/>
            <a:pathLst>
              <a:path h="5944266" w="5522763">
                <a:moveTo>
                  <a:pt x="5522764" y="0"/>
                </a:moveTo>
                <a:lnTo>
                  <a:pt x="0" y="0"/>
                </a:lnTo>
                <a:lnTo>
                  <a:pt x="0" y="5944265"/>
                </a:lnTo>
                <a:lnTo>
                  <a:pt x="5522764" y="5944265"/>
                </a:lnTo>
                <a:lnTo>
                  <a:pt x="55227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516349" y="4276532"/>
            <a:ext cx="2920506" cy="996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13"/>
              </a:lnSpc>
              <a:spcBef>
                <a:spcPct val="0"/>
              </a:spcBef>
            </a:pPr>
            <a:r>
              <a:rPr lang="en-US" b="true" sz="6957" spc="229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scores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95437" y="5278061"/>
            <a:ext cx="2100545" cy="120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26"/>
              </a:lnSpc>
              <a:spcBef>
                <a:spcPct val="0"/>
              </a:spcBef>
            </a:pPr>
            <a:r>
              <a:rPr lang="en-US" b="true" sz="8358" spc="275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test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51580" y="6995447"/>
            <a:ext cx="4705640" cy="84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17"/>
              </a:lnSpc>
              <a:spcBef>
                <a:spcPct val="0"/>
              </a:spcBef>
            </a:pPr>
            <a:r>
              <a:rPr lang="en-US" b="true" sz="5849" spc="193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leaderboard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27545" y="6913043"/>
            <a:ext cx="860674" cy="97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47"/>
              </a:lnSpc>
              <a:spcBef>
                <a:spcPct val="0"/>
              </a:spcBef>
            </a:pPr>
            <a:r>
              <a:rPr lang="en-US" b="true" sz="6802" spc="224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...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25062" y="2012076"/>
            <a:ext cx="5474340" cy="193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83"/>
              </a:lnSpc>
              <a:spcBef>
                <a:spcPct val="0"/>
              </a:spcBef>
            </a:pPr>
            <a:r>
              <a:rPr lang="en-US" b="true" sz="13503" spc="445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742" y="-1226424"/>
            <a:ext cx="18939347" cy="12971957"/>
            <a:chOff x="0" y="0"/>
            <a:chExt cx="25252463" cy="1729594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635232"/>
              <a:ext cx="24552989" cy="13716000"/>
              <a:chOff x="0" y="0"/>
              <a:chExt cx="4849973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4997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4849973">
                    <a:moveTo>
                      <a:pt x="0" y="0"/>
                    </a:moveTo>
                    <a:lnTo>
                      <a:pt x="4849973" y="0"/>
                    </a:lnTo>
                    <a:lnTo>
                      <a:pt x="484997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C1F4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84997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9522879" y="0"/>
              <a:ext cx="5729584" cy="17295943"/>
              <a:chOff x="0" y="0"/>
              <a:chExt cx="1131770" cy="341648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31770" cy="3416483"/>
              </a:xfrm>
              <a:custGeom>
                <a:avLst/>
                <a:gdLst/>
                <a:ahLst/>
                <a:cxnLst/>
                <a:rect r="r" b="b" t="t" l="l"/>
                <a:pathLst>
                  <a:path h="3416483" w="1131770">
                    <a:moveTo>
                      <a:pt x="0" y="0"/>
                    </a:moveTo>
                    <a:lnTo>
                      <a:pt x="1131770" y="0"/>
                    </a:lnTo>
                    <a:lnTo>
                      <a:pt x="1131770" y="3416483"/>
                    </a:lnTo>
                    <a:lnTo>
                      <a:pt x="0" y="341648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131770" cy="34641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702443" y="1297254"/>
              <a:ext cx="13071218" cy="14892544"/>
              <a:chOff x="0" y="0"/>
              <a:chExt cx="1923629" cy="219166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23629" cy="2191665"/>
              </a:xfrm>
              <a:custGeom>
                <a:avLst/>
                <a:gdLst/>
                <a:ahLst/>
                <a:cxnLst/>
                <a:rect r="r" b="b" t="t" l="l"/>
                <a:pathLst>
                  <a:path h="2191665" w="1923629">
                    <a:moveTo>
                      <a:pt x="961815" y="0"/>
                    </a:moveTo>
                    <a:cubicBezTo>
                      <a:pt x="430619" y="0"/>
                      <a:pt x="0" y="490621"/>
                      <a:pt x="0" y="1095833"/>
                    </a:cubicBezTo>
                    <a:cubicBezTo>
                      <a:pt x="0" y="1701044"/>
                      <a:pt x="430619" y="2191665"/>
                      <a:pt x="961815" y="2191665"/>
                    </a:cubicBezTo>
                    <a:cubicBezTo>
                      <a:pt x="1493010" y="2191665"/>
                      <a:pt x="1923629" y="1701044"/>
                      <a:pt x="1923629" y="1095833"/>
                    </a:cubicBezTo>
                    <a:cubicBezTo>
                      <a:pt x="1923629" y="490621"/>
                      <a:pt x="1493010" y="0"/>
                      <a:pt x="96181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80340" y="157844"/>
                <a:ext cx="1562949" cy="18283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1533966" y="1859676"/>
            <a:ext cx="15220068" cy="6567648"/>
            <a:chOff x="0" y="0"/>
            <a:chExt cx="4242533" cy="18307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42533" cy="1830706"/>
            </a:xfrm>
            <a:custGeom>
              <a:avLst/>
              <a:gdLst/>
              <a:ahLst/>
              <a:cxnLst/>
              <a:rect r="r" b="b" t="t" l="l"/>
              <a:pathLst>
                <a:path h="1830706" w="4242533">
                  <a:moveTo>
                    <a:pt x="50867" y="0"/>
                  </a:moveTo>
                  <a:lnTo>
                    <a:pt x="4191667" y="0"/>
                  </a:lnTo>
                  <a:cubicBezTo>
                    <a:pt x="4205157" y="0"/>
                    <a:pt x="4218096" y="5359"/>
                    <a:pt x="4227635" y="14898"/>
                  </a:cubicBezTo>
                  <a:cubicBezTo>
                    <a:pt x="4237174" y="24438"/>
                    <a:pt x="4242533" y="37376"/>
                    <a:pt x="4242533" y="50867"/>
                  </a:cubicBezTo>
                  <a:lnTo>
                    <a:pt x="4242533" y="1779839"/>
                  </a:lnTo>
                  <a:cubicBezTo>
                    <a:pt x="4242533" y="1807932"/>
                    <a:pt x="4219759" y="1830706"/>
                    <a:pt x="4191667" y="1830706"/>
                  </a:cubicBezTo>
                  <a:lnTo>
                    <a:pt x="50867" y="1830706"/>
                  </a:lnTo>
                  <a:cubicBezTo>
                    <a:pt x="37376" y="1830706"/>
                    <a:pt x="24438" y="1825347"/>
                    <a:pt x="14898" y="1815807"/>
                  </a:cubicBezTo>
                  <a:cubicBezTo>
                    <a:pt x="5359" y="1806268"/>
                    <a:pt x="0" y="1793330"/>
                    <a:pt x="0" y="1779839"/>
                  </a:cubicBezTo>
                  <a:lnTo>
                    <a:pt x="0" y="50867"/>
                  </a:lnTo>
                  <a:cubicBezTo>
                    <a:pt x="0" y="37376"/>
                    <a:pt x="5359" y="24438"/>
                    <a:pt x="14898" y="14898"/>
                  </a:cubicBezTo>
                  <a:cubicBezTo>
                    <a:pt x="24438" y="5359"/>
                    <a:pt x="37376" y="0"/>
                    <a:pt x="50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04999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242533" cy="1868806"/>
            </a:xfrm>
            <a:prstGeom prst="rect">
              <a:avLst/>
            </a:prstGeom>
          </p:spPr>
          <p:txBody>
            <a:bodyPr anchor="ctr" rtlCol="false" tIns="47999" lIns="47999" bIns="47999" rIns="47999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true" flipV="false" rot="0">
            <a:off x="10803853" y="2483059"/>
            <a:ext cx="5522763" cy="5944266"/>
          </a:xfrm>
          <a:custGeom>
            <a:avLst/>
            <a:gdLst/>
            <a:ahLst/>
            <a:cxnLst/>
            <a:rect r="r" b="b" t="t" l="l"/>
            <a:pathLst>
              <a:path h="5944266" w="5522763">
                <a:moveTo>
                  <a:pt x="5522764" y="0"/>
                </a:moveTo>
                <a:lnTo>
                  <a:pt x="0" y="0"/>
                </a:lnTo>
                <a:lnTo>
                  <a:pt x="0" y="5944265"/>
                </a:lnTo>
                <a:lnTo>
                  <a:pt x="5522764" y="5944265"/>
                </a:lnTo>
                <a:lnTo>
                  <a:pt x="55227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222686" y="2525290"/>
            <a:ext cx="9005604" cy="3019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89"/>
              </a:lnSpc>
            </a:pPr>
            <a:r>
              <a:rPr lang="en-US" sz="10638" spc="351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</a:t>
            </a:r>
          </a:p>
          <a:p>
            <a:pPr algn="l">
              <a:lnSpc>
                <a:spcPts val="11489"/>
              </a:lnSpc>
            </a:pPr>
            <a:r>
              <a:rPr lang="en-US" sz="10638" spc="351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Pro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742" y="-1226424"/>
            <a:ext cx="18939347" cy="12971957"/>
            <a:chOff x="0" y="0"/>
            <a:chExt cx="25252463" cy="1729594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635232"/>
              <a:ext cx="24552989" cy="13716000"/>
              <a:chOff x="0" y="0"/>
              <a:chExt cx="4849973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4997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4849973">
                    <a:moveTo>
                      <a:pt x="0" y="0"/>
                    </a:moveTo>
                    <a:lnTo>
                      <a:pt x="4849973" y="0"/>
                    </a:lnTo>
                    <a:lnTo>
                      <a:pt x="484997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C1F4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84997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9522879" y="0"/>
              <a:ext cx="5729584" cy="17295943"/>
              <a:chOff x="0" y="0"/>
              <a:chExt cx="1131770" cy="341648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31770" cy="3416483"/>
              </a:xfrm>
              <a:custGeom>
                <a:avLst/>
                <a:gdLst/>
                <a:ahLst/>
                <a:cxnLst/>
                <a:rect r="r" b="b" t="t" l="l"/>
                <a:pathLst>
                  <a:path h="3416483" w="1131770">
                    <a:moveTo>
                      <a:pt x="0" y="0"/>
                    </a:moveTo>
                    <a:lnTo>
                      <a:pt x="1131770" y="0"/>
                    </a:lnTo>
                    <a:lnTo>
                      <a:pt x="1131770" y="3416483"/>
                    </a:lnTo>
                    <a:lnTo>
                      <a:pt x="0" y="341648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131770" cy="34641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702443" y="1297254"/>
              <a:ext cx="13071218" cy="14892544"/>
              <a:chOff x="0" y="0"/>
              <a:chExt cx="1923629" cy="219166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23629" cy="2191665"/>
              </a:xfrm>
              <a:custGeom>
                <a:avLst/>
                <a:gdLst/>
                <a:ahLst/>
                <a:cxnLst/>
                <a:rect r="r" b="b" t="t" l="l"/>
                <a:pathLst>
                  <a:path h="2191665" w="1923629">
                    <a:moveTo>
                      <a:pt x="961815" y="0"/>
                    </a:moveTo>
                    <a:cubicBezTo>
                      <a:pt x="430619" y="0"/>
                      <a:pt x="0" y="490621"/>
                      <a:pt x="0" y="1095833"/>
                    </a:cubicBezTo>
                    <a:cubicBezTo>
                      <a:pt x="0" y="1701044"/>
                      <a:pt x="430619" y="2191665"/>
                      <a:pt x="961815" y="2191665"/>
                    </a:cubicBezTo>
                    <a:cubicBezTo>
                      <a:pt x="1493010" y="2191665"/>
                      <a:pt x="1923629" y="1701044"/>
                      <a:pt x="1923629" y="1095833"/>
                    </a:cubicBezTo>
                    <a:cubicBezTo>
                      <a:pt x="1923629" y="490621"/>
                      <a:pt x="1493010" y="0"/>
                      <a:pt x="96181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80340" y="157844"/>
                <a:ext cx="1562949" cy="18283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1533966" y="1859676"/>
            <a:ext cx="15220068" cy="6567648"/>
            <a:chOff x="0" y="0"/>
            <a:chExt cx="4242533" cy="18307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42533" cy="1830706"/>
            </a:xfrm>
            <a:custGeom>
              <a:avLst/>
              <a:gdLst/>
              <a:ahLst/>
              <a:cxnLst/>
              <a:rect r="r" b="b" t="t" l="l"/>
              <a:pathLst>
                <a:path h="1830706" w="4242533">
                  <a:moveTo>
                    <a:pt x="50867" y="0"/>
                  </a:moveTo>
                  <a:lnTo>
                    <a:pt x="4191667" y="0"/>
                  </a:lnTo>
                  <a:cubicBezTo>
                    <a:pt x="4205157" y="0"/>
                    <a:pt x="4218096" y="5359"/>
                    <a:pt x="4227635" y="14898"/>
                  </a:cubicBezTo>
                  <a:cubicBezTo>
                    <a:pt x="4237174" y="24438"/>
                    <a:pt x="4242533" y="37376"/>
                    <a:pt x="4242533" y="50867"/>
                  </a:cubicBezTo>
                  <a:lnTo>
                    <a:pt x="4242533" y="1779839"/>
                  </a:lnTo>
                  <a:cubicBezTo>
                    <a:pt x="4242533" y="1807932"/>
                    <a:pt x="4219759" y="1830706"/>
                    <a:pt x="4191667" y="1830706"/>
                  </a:cubicBezTo>
                  <a:lnTo>
                    <a:pt x="50867" y="1830706"/>
                  </a:lnTo>
                  <a:cubicBezTo>
                    <a:pt x="37376" y="1830706"/>
                    <a:pt x="24438" y="1825347"/>
                    <a:pt x="14898" y="1815807"/>
                  </a:cubicBezTo>
                  <a:cubicBezTo>
                    <a:pt x="5359" y="1806268"/>
                    <a:pt x="0" y="1793330"/>
                    <a:pt x="0" y="1779839"/>
                  </a:cubicBezTo>
                  <a:lnTo>
                    <a:pt x="0" y="50867"/>
                  </a:lnTo>
                  <a:cubicBezTo>
                    <a:pt x="0" y="37376"/>
                    <a:pt x="5359" y="24438"/>
                    <a:pt x="14898" y="14898"/>
                  </a:cubicBezTo>
                  <a:cubicBezTo>
                    <a:pt x="24438" y="5359"/>
                    <a:pt x="37376" y="0"/>
                    <a:pt x="50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04999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242533" cy="1868806"/>
            </a:xfrm>
            <a:prstGeom prst="rect">
              <a:avLst/>
            </a:prstGeom>
          </p:spPr>
          <p:txBody>
            <a:bodyPr anchor="ctr" rtlCol="false" tIns="47999" lIns="47999" bIns="47999" rIns="47999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true" flipV="false" rot="0">
            <a:off x="10803853" y="2483059"/>
            <a:ext cx="5522763" cy="5944266"/>
          </a:xfrm>
          <a:custGeom>
            <a:avLst/>
            <a:gdLst/>
            <a:ahLst/>
            <a:cxnLst/>
            <a:rect r="r" b="b" t="t" l="l"/>
            <a:pathLst>
              <a:path h="5944266" w="5522763">
                <a:moveTo>
                  <a:pt x="5522764" y="0"/>
                </a:moveTo>
                <a:lnTo>
                  <a:pt x="0" y="0"/>
                </a:lnTo>
                <a:lnTo>
                  <a:pt x="0" y="5944265"/>
                </a:lnTo>
                <a:lnTo>
                  <a:pt x="5522764" y="5944265"/>
                </a:lnTo>
                <a:lnTo>
                  <a:pt x="55227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222686" y="2525290"/>
            <a:ext cx="9005604" cy="3019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89"/>
              </a:lnSpc>
            </a:pPr>
            <a:r>
              <a:rPr lang="en-US" sz="10638" spc="351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</a:t>
            </a:r>
          </a:p>
          <a:p>
            <a:pPr algn="l">
              <a:lnSpc>
                <a:spcPts val="11489"/>
              </a:lnSpc>
            </a:pPr>
            <a:r>
              <a:rPr lang="en-US" sz="10638" spc="351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22686" y="5786580"/>
            <a:ext cx="7594248" cy="46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9"/>
              </a:lnSpc>
              <a:spcBef>
                <a:spcPct val="0"/>
              </a:spcBef>
            </a:pPr>
            <a:r>
              <a:rPr lang="en-US" sz="275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Your Digital Companion for Wellness and Care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3574" y="3023071"/>
            <a:ext cx="11535551" cy="3621232"/>
            <a:chOff x="0" y="0"/>
            <a:chExt cx="3038170" cy="953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38170" cy="953740"/>
            </a:xfrm>
            <a:custGeom>
              <a:avLst/>
              <a:gdLst/>
              <a:ahLst/>
              <a:cxnLst/>
              <a:rect r="r" b="b" t="t" l="l"/>
              <a:pathLst>
                <a:path h="953740" w="3038170">
                  <a:moveTo>
                    <a:pt x="34228" y="0"/>
                  </a:moveTo>
                  <a:lnTo>
                    <a:pt x="3003942" y="0"/>
                  </a:lnTo>
                  <a:cubicBezTo>
                    <a:pt x="3013020" y="0"/>
                    <a:pt x="3021726" y="3606"/>
                    <a:pt x="3028145" y="10025"/>
                  </a:cubicBezTo>
                  <a:cubicBezTo>
                    <a:pt x="3034564" y="16444"/>
                    <a:pt x="3038170" y="25150"/>
                    <a:pt x="3038170" y="34228"/>
                  </a:cubicBezTo>
                  <a:lnTo>
                    <a:pt x="3038170" y="919512"/>
                  </a:lnTo>
                  <a:cubicBezTo>
                    <a:pt x="3038170" y="938416"/>
                    <a:pt x="3022845" y="953740"/>
                    <a:pt x="3003942" y="953740"/>
                  </a:cubicBezTo>
                  <a:lnTo>
                    <a:pt x="34228" y="953740"/>
                  </a:lnTo>
                  <a:cubicBezTo>
                    <a:pt x="25150" y="953740"/>
                    <a:pt x="16444" y="950134"/>
                    <a:pt x="10025" y="943715"/>
                  </a:cubicBezTo>
                  <a:cubicBezTo>
                    <a:pt x="3606" y="937296"/>
                    <a:pt x="0" y="928590"/>
                    <a:pt x="0" y="919512"/>
                  </a:cubicBezTo>
                  <a:lnTo>
                    <a:pt x="0" y="34228"/>
                  </a:lnTo>
                  <a:cubicBezTo>
                    <a:pt x="0" y="25150"/>
                    <a:pt x="3606" y="16444"/>
                    <a:pt x="10025" y="10025"/>
                  </a:cubicBezTo>
                  <a:cubicBezTo>
                    <a:pt x="16444" y="3606"/>
                    <a:pt x="25150" y="0"/>
                    <a:pt x="34228" y="0"/>
                  </a:cubicBezTo>
                  <a:close/>
                </a:path>
              </a:pathLst>
            </a:custGeom>
            <a:solidFill>
              <a:srgbClr val="0C1F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038170" cy="1001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3962095">
            <a:off x="7497740" y="4197280"/>
            <a:ext cx="16618909" cy="7196514"/>
            <a:chOff x="0" y="0"/>
            <a:chExt cx="4376997" cy="18953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6997" cy="1895378"/>
            </a:xfrm>
            <a:custGeom>
              <a:avLst/>
              <a:gdLst/>
              <a:ahLst/>
              <a:cxnLst/>
              <a:rect r="r" b="b" t="t" l="l"/>
              <a:pathLst>
                <a:path h="1895378" w="4376997">
                  <a:moveTo>
                    <a:pt x="23758" y="0"/>
                  </a:moveTo>
                  <a:lnTo>
                    <a:pt x="4353239" y="0"/>
                  </a:lnTo>
                  <a:cubicBezTo>
                    <a:pt x="4359540" y="0"/>
                    <a:pt x="4365583" y="2503"/>
                    <a:pt x="4370038" y="6959"/>
                  </a:cubicBezTo>
                  <a:cubicBezTo>
                    <a:pt x="4374494" y="11414"/>
                    <a:pt x="4376997" y="17457"/>
                    <a:pt x="4376997" y="23758"/>
                  </a:cubicBezTo>
                  <a:lnTo>
                    <a:pt x="4376997" y="1871620"/>
                  </a:lnTo>
                  <a:cubicBezTo>
                    <a:pt x="4376997" y="1877921"/>
                    <a:pt x="4374494" y="1883964"/>
                    <a:pt x="4370038" y="1888419"/>
                  </a:cubicBezTo>
                  <a:cubicBezTo>
                    <a:pt x="4365583" y="1892875"/>
                    <a:pt x="4359540" y="1895378"/>
                    <a:pt x="4353239" y="1895378"/>
                  </a:cubicBezTo>
                  <a:lnTo>
                    <a:pt x="23758" y="1895378"/>
                  </a:lnTo>
                  <a:cubicBezTo>
                    <a:pt x="17457" y="1895378"/>
                    <a:pt x="11414" y="1892875"/>
                    <a:pt x="6959" y="1888419"/>
                  </a:cubicBezTo>
                  <a:cubicBezTo>
                    <a:pt x="2503" y="1883964"/>
                    <a:pt x="0" y="1877921"/>
                    <a:pt x="0" y="1871620"/>
                  </a:cubicBezTo>
                  <a:lnTo>
                    <a:pt x="0" y="23758"/>
                  </a:lnTo>
                  <a:cubicBezTo>
                    <a:pt x="0" y="17457"/>
                    <a:pt x="2503" y="11414"/>
                    <a:pt x="6959" y="6959"/>
                  </a:cubicBezTo>
                  <a:cubicBezTo>
                    <a:pt x="11414" y="2503"/>
                    <a:pt x="17457" y="0"/>
                    <a:pt x="23758" y="0"/>
                  </a:cubicBezTo>
                  <a:close/>
                </a:path>
              </a:pathLst>
            </a:custGeom>
            <a:solidFill>
              <a:srgbClr val="0C1F4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76997" cy="1943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029131" y="5192014"/>
            <a:ext cx="6629341" cy="5207046"/>
          </a:xfrm>
          <a:custGeom>
            <a:avLst/>
            <a:gdLst/>
            <a:ahLst/>
            <a:cxnLst/>
            <a:rect r="r" b="b" t="t" l="l"/>
            <a:pathLst>
              <a:path h="5207046" w="6629341">
                <a:moveTo>
                  <a:pt x="0" y="0"/>
                </a:moveTo>
                <a:lnTo>
                  <a:pt x="6629341" y="0"/>
                </a:lnTo>
                <a:lnTo>
                  <a:pt x="6629341" y="5207045"/>
                </a:lnTo>
                <a:lnTo>
                  <a:pt x="0" y="5207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76396" y="3519695"/>
            <a:ext cx="10609906" cy="252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4"/>
              </a:lnSpc>
              <a:spcBef>
                <a:spcPct val="0"/>
              </a:spcBef>
            </a:pPr>
            <a:r>
              <a:rPr lang="en-US" sz="285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HealthGuard Pro is an easy-to-use app that helps you understand and improve your overall health. It looks at your physical health, mental well-being, diet, and lifestyle choices, by using reliable tests and data. The app is designed to be simple and user-friendly, so anyone can use it to take charge of their health.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19150"/>
            <a:ext cx="5197909" cy="172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36"/>
              </a:lnSpc>
              <a:spcBef>
                <a:spcPct val="0"/>
              </a:spcBef>
            </a:pPr>
            <a:r>
              <a:rPr lang="en-US" b="true" sz="995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2288" y="1755653"/>
            <a:ext cx="17323425" cy="7924436"/>
            <a:chOff x="0" y="0"/>
            <a:chExt cx="4562548" cy="20870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2548" cy="2087094"/>
            </a:xfrm>
            <a:custGeom>
              <a:avLst/>
              <a:gdLst/>
              <a:ahLst/>
              <a:cxnLst/>
              <a:rect r="r" b="b" t="t" l="l"/>
              <a:pathLst>
                <a:path h="2087094" w="4562548">
                  <a:moveTo>
                    <a:pt x="22792" y="0"/>
                  </a:moveTo>
                  <a:lnTo>
                    <a:pt x="4539756" y="0"/>
                  </a:lnTo>
                  <a:cubicBezTo>
                    <a:pt x="4552343" y="0"/>
                    <a:pt x="4562548" y="10204"/>
                    <a:pt x="4562548" y="22792"/>
                  </a:cubicBezTo>
                  <a:lnTo>
                    <a:pt x="4562548" y="2064302"/>
                  </a:lnTo>
                  <a:cubicBezTo>
                    <a:pt x="4562548" y="2076890"/>
                    <a:pt x="4552343" y="2087094"/>
                    <a:pt x="4539756" y="2087094"/>
                  </a:cubicBezTo>
                  <a:lnTo>
                    <a:pt x="22792" y="2087094"/>
                  </a:lnTo>
                  <a:cubicBezTo>
                    <a:pt x="10204" y="2087094"/>
                    <a:pt x="0" y="2076890"/>
                    <a:pt x="0" y="2064302"/>
                  </a:cubicBezTo>
                  <a:lnTo>
                    <a:pt x="0" y="22792"/>
                  </a:lnTo>
                  <a:cubicBezTo>
                    <a:pt x="0" y="10204"/>
                    <a:pt x="10204" y="0"/>
                    <a:pt x="22792" y="0"/>
                  </a:cubicBezTo>
                  <a:close/>
                </a:path>
              </a:pathLst>
            </a:custGeom>
            <a:solidFill>
              <a:srgbClr val="FFFFFF">
                <a:alpha val="1568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62548" cy="2134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82288" y="1755653"/>
            <a:ext cx="17323425" cy="4353518"/>
            <a:chOff x="0" y="0"/>
            <a:chExt cx="4562548" cy="11466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62548" cy="1146605"/>
            </a:xfrm>
            <a:custGeom>
              <a:avLst/>
              <a:gdLst/>
              <a:ahLst/>
              <a:cxnLst/>
              <a:rect r="r" b="b" t="t" l="l"/>
              <a:pathLst>
                <a:path h="1146605" w="4562548">
                  <a:moveTo>
                    <a:pt x="22792" y="0"/>
                  </a:moveTo>
                  <a:lnTo>
                    <a:pt x="4539756" y="0"/>
                  </a:lnTo>
                  <a:cubicBezTo>
                    <a:pt x="4552343" y="0"/>
                    <a:pt x="4562548" y="10204"/>
                    <a:pt x="4562548" y="22792"/>
                  </a:cubicBezTo>
                  <a:lnTo>
                    <a:pt x="4562548" y="1123813"/>
                  </a:lnTo>
                  <a:cubicBezTo>
                    <a:pt x="4562548" y="1136401"/>
                    <a:pt x="4552343" y="1146605"/>
                    <a:pt x="4539756" y="1146605"/>
                  </a:cubicBezTo>
                  <a:lnTo>
                    <a:pt x="22792" y="1146605"/>
                  </a:lnTo>
                  <a:cubicBezTo>
                    <a:pt x="10204" y="1146605"/>
                    <a:pt x="0" y="1136401"/>
                    <a:pt x="0" y="1123813"/>
                  </a:cubicBezTo>
                  <a:lnTo>
                    <a:pt x="0" y="22792"/>
                  </a:lnTo>
                  <a:cubicBezTo>
                    <a:pt x="0" y="10204"/>
                    <a:pt x="10204" y="0"/>
                    <a:pt x="22792" y="0"/>
                  </a:cubicBezTo>
                  <a:close/>
                </a:path>
              </a:pathLst>
            </a:custGeom>
            <a:solidFill>
              <a:srgbClr val="0C1F4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562548" cy="1194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82288" y="6213764"/>
            <a:ext cx="4155349" cy="3466325"/>
            <a:chOff x="0" y="0"/>
            <a:chExt cx="1094413" cy="9129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4413" cy="912942"/>
            </a:xfrm>
            <a:custGeom>
              <a:avLst/>
              <a:gdLst/>
              <a:ahLst/>
              <a:cxnLst/>
              <a:rect r="r" b="b" t="t" l="l"/>
              <a:pathLst>
                <a:path h="912942" w="1094413">
                  <a:moveTo>
                    <a:pt x="70799" y="0"/>
                  </a:moveTo>
                  <a:lnTo>
                    <a:pt x="1023614" y="0"/>
                  </a:lnTo>
                  <a:cubicBezTo>
                    <a:pt x="1062715" y="0"/>
                    <a:pt x="1094413" y="31698"/>
                    <a:pt x="1094413" y="70799"/>
                  </a:cubicBezTo>
                  <a:lnTo>
                    <a:pt x="1094413" y="842143"/>
                  </a:lnTo>
                  <a:cubicBezTo>
                    <a:pt x="1094413" y="860920"/>
                    <a:pt x="1086954" y="878928"/>
                    <a:pt x="1073676" y="892205"/>
                  </a:cubicBezTo>
                  <a:cubicBezTo>
                    <a:pt x="1060399" y="905483"/>
                    <a:pt x="1042391" y="912942"/>
                    <a:pt x="1023614" y="912942"/>
                  </a:cubicBezTo>
                  <a:lnTo>
                    <a:pt x="70799" y="912942"/>
                  </a:lnTo>
                  <a:cubicBezTo>
                    <a:pt x="52022" y="912942"/>
                    <a:pt x="34014" y="905483"/>
                    <a:pt x="20736" y="892205"/>
                  </a:cubicBezTo>
                  <a:cubicBezTo>
                    <a:pt x="7459" y="878928"/>
                    <a:pt x="0" y="860920"/>
                    <a:pt x="0" y="842143"/>
                  </a:cubicBezTo>
                  <a:lnTo>
                    <a:pt x="0" y="70799"/>
                  </a:lnTo>
                  <a:cubicBezTo>
                    <a:pt x="0" y="52022"/>
                    <a:pt x="7459" y="34014"/>
                    <a:pt x="20736" y="20736"/>
                  </a:cubicBezTo>
                  <a:cubicBezTo>
                    <a:pt x="34014" y="7459"/>
                    <a:pt x="52022" y="0"/>
                    <a:pt x="70799" y="0"/>
                  </a:cubicBezTo>
                  <a:close/>
                </a:path>
              </a:pathLst>
            </a:custGeom>
            <a:solidFill>
              <a:srgbClr val="0C1F4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94413" cy="960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868442" y="6213764"/>
            <a:ext cx="4155349" cy="3466325"/>
            <a:chOff x="0" y="0"/>
            <a:chExt cx="1094413" cy="9129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4413" cy="912942"/>
            </a:xfrm>
            <a:custGeom>
              <a:avLst/>
              <a:gdLst/>
              <a:ahLst/>
              <a:cxnLst/>
              <a:rect r="r" b="b" t="t" l="l"/>
              <a:pathLst>
                <a:path h="912942" w="1094413">
                  <a:moveTo>
                    <a:pt x="70799" y="0"/>
                  </a:moveTo>
                  <a:lnTo>
                    <a:pt x="1023614" y="0"/>
                  </a:lnTo>
                  <a:cubicBezTo>
                    <a:pt x="1062715" y="0"/>
                    <a:pt x="1094413" y="31698"/>
                    <a:pt x="1094413" y="70799"/>
                  </a:cubicBezTo>
                  <a:lnTo>
                    <a:pt x="1094413" y="842143"/>
                  </a:lnTo>
                  <a:cubicBezTo>
                    <a:pt x="1094413" y="860920"/>
                    <a:pt x="1086954" y="878928"/>
                    <a:pt x="1073676" y="892205"/>
                  </a:cubicBezTo>
                  <a:cubicBezTo>
                    <a:pt x="1060399" y="905483"/>
                    <a:pt x="1042391" y="912942"/>
                    <a:pt x="1023614" y="912942"/>
                  </a:cubicBezTo>
                  <a:lnTo>
                    <a:pt x="70799" y="912942"/>
                  </a:lnTo>
                  <a:cubicBezTo>
                    <a:pt x="52022" y="912942"/>
                    <a:pt x="34014" y="905483"/>
                    <a:pt x="20736" y="892205"/>
                  </a:cubicBezTo>
                  <a:cubicBezTo>
                    <a:pt x="7459" y="878928"/>
                    <a:pt x="0" y="860920"/>
                    <a:pt x="0" y="842143"/>
                  </a:cubicBezTo>
                  <a:lnTo>
                    <a:pt x="0" y="70799"/>
                  </a:lnTo>
                  <a:cubicBezTo>
                    <a:pt x="0" y="52022"/>
                    <a:pt x="7459" y="34014"/>
                    <a:pt x="20736" y="20736"/>
                  </a:cubicBezTo>
                  <a:cubicBezTo>
                    <a:pt x="34014" y="7459"/>
                    <a:pt x="52022" y="0"/>
                    <a:pt x="70799" y="0"/>
                  </a:cubicBezTo>
                  <a:close/>
                </a:path>
              </a:pathLst>
            </a:custGeom>
            <a:solidFill>
              <a:srgbClr val="0C1F4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94413" cy="960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54597" y="6213764"/>
            <a:ext cx="4155349" cy="3466325"/>
            <a:chOff x="0" y="0"/>
            <a:chExt cx="1094413" cy="9129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4413" cy="912942"/>
            </a:xfrm>
            <a:custGeom>
              <a:avLst/>
              <a:gdLst/>
              <a:ahLst/>
              <a:cxnLst/>
              <a:rect r="r" b="b" t="t" l="l"/>
              <a:pathLst>
                <a:path h="912942" w="1094413">
                  <a:moveTo>
                    <a:pt x="70799" y="0"/>
                  </a:moveTo>
                  <a:lnTo>
                    <a:pt x="1023614" y="0"/>
                  </a:lnTo>
                  <a:cubicBezTo>
                    <a:pt x="1062715" y="0"/>
                    <a:pt x="1094413" y="31698"/>
                    <a:pt x="1094413" y="70799"/>
                  </a:cubicBezTo>
                  <a:lnTo>
                    <a:pt x="1094413" y="842143"/>
                  </a:lnTo>
                  <a:cubicBezTo>
                    <a:pt x="1094413" y="860920"/>
                    <a:pt x="1086954" y="878928"/>
                    <a:pt x="1073676" y="892205"/>
                  </a:cubicBezTo>
                  <a:cubicBezTo>
                    <a:pt x="1060399" y="905483"/>
                    <a:pt x="1042391" y="912942"/>
                    <a:pt x="1023614" y="912942"/>
                  </a:cubicBezTo>
                  <a:lnTo>
                    <a:pt x="70799" y="912942"/>
                  </a:lnTo>
                  <a:cubicBezTo>
                    <a:pt x="52022" y="912942"/>
                    <a:pt x="34014" y="905483"/>
                    <a:pt x="20736" y="892205"/>
                  </a:cubicBezTo>
                  <a:cubicBezTo>
                    <a:pt x="7459" y="878928"/>
                    <a:pt x="0" y="860920"/>
                    <a:pt x="0" y="842143"/>
                  </a:cubicBezTo>
                  <a:lnTo>
                    <a:pt x="0" y="70799"/>
                  </a:lnTo>
                  <a:cubicBezTo>
                    <a:pt x="0" y="52022"/>
                    <a:pt x="7459" y="34014"/>
                    <a:pt x="20736" y="20736"/>
                  </a:cubicBezTo>
                  <a:cubicBezTo>
                    <a:pt x="34014" y="7459"/>
                    <a:pt x="52022" y="0"/>
                    <a:pt x="70799" y="0"/>
                  </a:cubicBezTo>
                  <a:close/>
                </a:path>
              </a:pathLst>
            </a:custGeom>
            <a:solidFill>
              <a:srgbClr val="0C1F4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94413" cy="960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50363" y="6213764"/>
            <a:ext cx="4155349" cy="3466325"/>
            <a:chOff x="0" y="0"/>
            <a:chExt cx="1094413" cy="9129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4413" cy="912942"/>
            </a:xfrm>
            <a:custGeom>
              <a:avLst/>
              <a:gdLst/>
              <a:ahLst/>
              <a:cxnLst/>
              <a:rect r="r" b="b" t="t" l="l"/>
              <a:pathLst>
                <a:path h="912942" w="1094413">
                  <a:moveTo>
                    <a:pt x="70799" y="0"/>
                  </a:moveTo>
                  <a:lnTo>
                    <a:pt x="1023614" y="0"/>
                  </a:lnTo>
                  <a:cubicBezTo>
                    <a:pt x="1062715" y="0"/>
                    <a:pt x="1094413" y="31698"/>
                    <a:pt x="1094413" y="70799"/>
                  </a:cubicBezTo>
                  <a:lnTo>
                    <a:pt x="1094413" y="842143"/>
                  </a:lnTo>
                  <a:cubicBezTo>
                    <a:pt x="1094413" y="860920"/>
                    <a:pt x="1086954" y="878928"/>
                    <a:pt x="1073676" y="892205"/>
                  </a:cubicBezTo>
                  <a:cubicBezTo>
                    <a:pt x="1060399" y="905483"/>
                    <a:pt x="1042391" y="912942"/>
                    <a:pt x="1023614" y="912942"/>
                  </a:cubicBezTo>
                  <a:lnTo>
                    <a:pt x="70799" y="912942"/>
                  </a:lnTo>
                  <a:cubicBezTo>
                    <a:pt x="52022" y="912942"/>
                    <a:pt x="34014" y="905483"/>
                    <a:pt x="20736" y="892205"/>
                  </a:cubicBezTo>
                  <a:cubicBezTo>
                    <a:pt x="7459" y="878928"/>
                    <a:pt x="0" y="860920"/>
                    <a:pt x="0" y="842143"/>
                  </a:cubicBezTo>
                  <a:lnTo>
                    <a:pt x="0" y="70799"/>
                  </a:lnTo>
                  <a:cubicBezTo>
                    <a:pt x="0" y="52022"/>
                    <a:pt x="7459" y="34014"/>
                    <a:pt x="20736" y="20736"/>
                  </a:cubicBezTo>
                  <a:cubicBezTo>
                    <a:pt x="34014" y="7459"/>
                    <a:pt x="52022" y="0"/>
                    <a:pt x="70799" y="0"/>
                  </a:cubicBezTo>
                  <a:close/>
                </a:path>
              </a:pathLst>
            </a:custGeom>
            <a:solidFill>
              <a:srgbClr val="0C1F4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94413" cy="960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812653" y="1616935"/>
            <a:ext cx="14231392" cy="2543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30"/>
              </a:lnSpc>
              <a:spcBef>
                <a:spcPct val="0"/>
              </a:spcBef>
            </a:pPr>
            <a:r>
              <a:rPr lang="en-US" b="true" sz="14593">
                <a:solidFill>
                  <a:srgbClr val="FFFFFF">
                    <a:alpha val="95686"/>
                  </a:srgbClr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345799" y="2197276"/>
            <a:ext cx="3065503" cy="3911895"/>
          </a:xfrm>
          <a:custGeom>
            <a:avLst/>
            <a:gdLst/>
            <a:ahLst/>
            <a:cxnLst/>
            <a:rect r="r" b="b" t="t" l="l"/>
            <a:pathLst>
              <a:path h="3911895" w="3065503">
                <a:moveTo>
                  <a:pt x="0" y="0"/>
                </a:moveTo>
                <a:lnTo>
                  <a:pt x="3065503" y="0"/>
                </a:lnTo>
                <a:lnTo>
                  <a:pt x="3065503" y="3911895"/>
                </a:lnTo>
                <a:lnTo>
                  <a:pt x="0" y="39118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829896">
            <a:off x="2743091" y="7606992"/>
            <a:ext cx="1506227" cy="1617024"/>
          </a:xfrm>
          <a:custGeom>
            <a:avLst/>
            <a:gdLst/>
            <a:ahLst/>
            <a:cxnLst/>
            <a:rect r="r" b="b" t="t" l="l"/>
            <a:pathLst>
              <a:path h="1617024" w="1506227">
                <a:moveTo>
                  <a:pt x="0" y="0"/>
                </a:moveTo>
                <a:lnTo>
                  <a:pt x="1506226" y="0"/>
                </a:lnTo>
                <a:lnTo>
                  <a:pt x="1506226" y="1617024"/>
                </a:lnTo>
                <a:lnTo>
                  <a:pt x="0" y="1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962003">
            <a:off x="7365585" y="7803059"/>
            <a:ext cx="1476513" cy="1470624"/>
          </a:xfrm>
          <a:custGeom>
            <a:avLst/>
            <a:gdLst/>
            <a:ahLst/>
            <a:cxnLst/>
            <a:rect r="r" b="b" t="t" l="l"/>
            <a:pathLst>
              <a:path h="1470624" w="1476513">
                <a:moveTo>
                  <a:pt x="0" y="0"/>
                </a:moveTo>
                <a:lnTo>
                  <a:pt x="1476513" y="0"/>
                </a:lnTo>
                <a:lnTo>
                  <a:pt x="1476513" y="1470624"/>
                </a:lnTo>
                <a:lnTo>
                  <a:pt x="0" y="14706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318793" y="7441842"/>
            <a:ext cx="1808624" cy="1808624"/>
          </a:xfrm>
          <a:custGeom>
            <a:avLst/>
            <a:gdLst/>
            <a:ahLst/>
            <a:cxnLst/>
            <a:rect r="r" b="b" t="t" l="l"/>
            <a:pathLst>
              <a:path h="1808624" w="1808624">
                <a:moveTo>
                  <a:pt x="0" y="0"/>
                </a:moveTo>
                <a:lnTo>
                  <a:pt x="1808624" y="0"/>
                </a:lnTo>
                <a:lnTo>
                  <a:pt x="1808624" y="1808624"/>
                </a:lnTo>
                <a:lnTo>
                  <a:pt x="0" y="18086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890186">
            <a:off x="15898830" y="7766944"/>
            <a:ext cx="1604103" cy="1542855"/>
          </a:xfrm>
          <a:custGeom>
            <a:avLst/>
            <a:gdLst/>
            <a:ahLst/>
            <a:cxnLst/>
            <a:rect r="r" b="b" t="t" l="l"/>
            <a:pathLst>
              <a:path h="1542855" w="1604103">
                <a:moveTo>
                  <a:pt x="0" y="0"/>
                </a:moveTo>
                <a:lnTo>
                  <a:pt x="1604103" y="0"/>
                </a:lnTo>
                <a:lnTo>
                  <a:pt x="1604103" y="1542855"/>
                </a:lnTo>
                <a:lnTo>
                  <a:pt x="0" y="15428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064895" y="391870"/>
            <a:ext cx="6158210" cy="81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7"/>
              </a:lnSpc>
              <a:spcBef>
                <a:spcPct val="0"/>
              </a:spcBef>
            </a:pPr>
            <a:r>
              <a:rPr lang="en-US" b="true" sz="4712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Why HealthGuard Pro?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8755" y="6432975"/>
            <a:ext cx="3662414" cy="456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8"/>
              </a:lnSpc>
              <a:spcBef>
                <a:spcPct val="0"/>
              </a:spcBef>
            </a:pPr>
            <a:r>
              <a:rPr lang="en-US" sz="2655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Comprehensive Insights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19230" y="7038924"/>
            <a:ext cx="1840732" cy="1139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9"/>
              </a:lnSpc>
              <a:spcBef>
                <a:spcPct val="0"/>
              </a:spcBef>
            </a:pPr>
            <a:r>
              <a:rPr lang="en-US" sz="1635">
                <a:solidFill>
                  <a:srgbClr val="99CCCC"/>
                </a:solidFill>
                <a:latin typeface="Gotham"/>
                <a:ea typeface="Gotham"/>
                <a:cs typeface="Gotham"/>
                <a:sym typeface="Gotham"/>
              </a:rPr>
              <a:t>Get assessments across physical, mental, and nutritional health.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523300" y="6432975"/>
            <a:ext cx="2845633" cy="456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8"/>
              </a:lnSpc>
              <a:spcBef>
                <a:spcPct val="0"/>
              </a:spcBef>
            </a:pPr>
            <a:r>
              <a:rPr lang="en-US" sz="2655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Health Monitoring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96796" y="6432975"/>
            <a:ext cx="3070952" cy="456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8"/>
              </a:lnSpc>
              <a:spcBef>
                <a:spcPct val="0"/>
              </a:spcBef>
            </a:pPr>
            <a:r>
              <a:rPr lang="en-US" sz="2655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Team Collaboration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157356" y="6432975"/>
            <a:ext cx="3141364" cy="456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8"/>
              </a:lnSpc>
              <a:spcBef>
                <a:spcPct val="0"/>
              </a:spcBef>
            </a:pPr>
            <a:r>
              <a:rPr lang="en-US" sz="2655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Real-Time Feedback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57578" y="7038924"/>
            <a:ext cx="2314963" cy="85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9"/>
              </a:lnSpc>
              <a:spcBef>
                <a:spcPct val="0"/>
              </a:spcBef>
            </a:pPr>
            <a:r>
              <a:rPr lang="en-US" sz="1635">
                <a:solidFill>
                  <a:srgbClr val="99CCCC"/>
                </a:solidFill>
                <a:latin typeface="Gotham"/>
                <a:ea typeface="Gotham"/>
                <a:cs typeface="Gotham"/>
                <a:sym typeface="Gotham"/>
              </a:rPr>
              <a:t>Easily track and manage your overall health status.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47666" y="7038924"/>
            <a:ext cx="2161676" cy="85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9"/>
              </a:lnSpc>
            </a:pPr>
            <a:r>
              <a:rPr lang="en-US" sz="1635">
                <a:solidFill>
                  <a:srgbClr val="99CCCC"/>
                </a:solidFill>
                <a:latin typeface="Gotham"/>
                <a:ea typeface="Gotham"/>
                <a:cs typeface="Gotham"/>
                <a:sym typeface="Gotham"/>
              </a:rPr>
              <a:t>Stay connected and </a:t>
            </a:r>
          </a:p>
          <a:p>
            <a:pPr algn="l">
              <a:lnSpc>
                <a:spcPts val="2289"/>
              </a:lnSpc>
            </a:pPr>
            <a:r>
              <a:rPr lang="en-US" sz="1635">
                <a:solidFill>
                  <a:srgbClr val="99CCCC"/>
                </a:solidFill>
                <a:latin typeface="Gotham"/>
                <a:ea typeface="Gotham"/>
                <a:cs typeface="Gotham"/>
                <a:sym typeface="Gotham"/>
              </a:rPr>
              <a:t>motivated with </a:t>
            </a:r>
          </a:p>
          <a:p>
            <a:pPr algn="l">
              <a:lnSpc>
                <a:spcPts val="2289"/>
              </a:lnSpc>
              <a:spcBef>
                <a:spcPct val="0"/>
              </a:spcBef>
            </a:pPr>
            <a:r>
              <a:rPr lang="en-US" sz="1635">
                <a:solidFill>
                  <a:srgbClr val="99CCCC"/>
                </a:solidFill>
                <a:latin typeface="Gotham"/>
                <a:ea typeface="Gotham"/>
                <a:cs typeface="Gotham"/>
                <a:sym typeface="Gotham"/>
              </a:rPr>
              <a:t>scoreboards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019546" y="7038924"/>
            <a:ext cx="1851862" cy="1139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9"/>
              </a:lnSpc>
            </a:pPr>
            <a:r>
              <a:rPr lang="en-US" sz="1635">
                <a:solidFill>
                  <a:srgbClr val="99CCCC"/>
                </a:solidFill>
                <a:latin typeface="Gotham"/>
                <a:ea typeface="Gotham"/>
                <a:cs typeface="Gotham"/>
                <a:sym typeface="Gotham"/>
              </a:rPr>
              <a:t>Monitor progress </a:t>
            </a:r>
          </a:p>
          <a:p>
            <a:pPr algn="l">
              <a:lnSpc>
                <a:spcPts val="2289"/>
              </a:lnSpc>
            </a:pPr>
            <a:r>
              <a:rPr lang="en-US" sz="1635">
                <a:solidFill>
                  <a:srgbClr val="99CCCC"/>
                </a:solidFill>
                <a:latin typeface="Gotham"/>
                <a:ea typeface="Gotham"/>
                <a:cs typeface="Gotham"/>
                <a:sym typeface="Gotham"/>
              </a:rPr>
              <a:t>instantly for </a:t>
            </a:r>
          </a:p>
          <a:p>
            <a:pPr algn="l">
              <a:lnSpc>
                <a:spcPts val="2289"/>
              </a:lnSpc>
            </a:pPr>
            <a:r>
              <a:rPr lang="en-US" sz="1635">
                <a:solidFill>
                  <a:srgbClr val="99CCCC"/>
                </a:solidFill>
                <a:latin typeface="Gotham"/>
                <a:ea typeface="Gotham"/>
                <a:cs typeface="Gotham"/>
                <a:sym typeface="Gotham"/>
              </a:rPr>
              <a:t>improved health </a:t>
            </a:r>
          </a:p>
          <a:p>
            <a:pPr algn="l">
              <a:lnSpc>
                <a:spcPts val="2289"/>
              </a:lnSpc>
              <a:spcBef>
                <a:spcPct val="0"/>
              </a:spcBef>
            </a:pPr>
            <a:r>
              <a:rPr lang="en-US" sz="1635">
                <a:solidFill>
                  <a:srgbClr val="99CCCC"/>
                </a:solidFill>
                <a:latin typeface="Gotham"/>
                <a:ea typeface="Gotham"/>
                <a:cs typeface="Gotham"/>
                <a:sym typeface="Gotham"/>
              </a:rPr>
              <a:t>outcomes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8696" y="3556577"/>
            <a:ext cx="5457422" cy="3661301"/>
            <a:chOff x="0" y="0"/>
            <a:chExt cx="1437346" cy="9642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7346" cy="964293"/>
            </a:xfrm>
            <a:custGeom>
              <a:avLst/>
              <a:gdLst/>
              <a:ahLst/>
              <a:cxnLst/>
              <a:rect r="r" b="b" t="t" l="l"/>
              <a:pathLst>
                <a:path h="964293" w="1437346">
                  <a:moveTo>
                    <a:pt x="72349" y="0"/>
                  </a:moveTo>
                  <a:lnTo>
                    <a:pt x="1364997" y="0"/>
                  </a:lnTo>
                  <a:cubicBezTo>
                    <a:pt x="1404954" y="0"/>
                    <a:pt x="1437346" y="32392"/>
                    <a:pt x="1437346" y="72349"/>
                  </a:cubicBezTo>
                  <a:lnTo>
                    <a:pt x="1437346" y="891945"/>
                  </a:lnTo>
                  <a:cubicBezTo>
                    <a:pt x="1437346" y="931902"/>
                    <a:pt x="1404954" y="964293"/>
                    <a:pt x="1364997" y="964293"/>
                  </a:cubicBezTo>
                  <a:lnTo>
                    <a:pt x="72349" y="964293"/>
                  </a:lnTo>
                  <a:cubicBezTo>
                    <a:pt x="32392" y="964293"/>
                    <a:pt x="0" y="931902"/>
                    <a:pt x="0" y="891945"/>
                  </a:cubicBezTo>
                  <a:lnTo>
                    <a:pt x="0" y="72349"/>
                  </a:lnTo>
                  <a:cubicBezTo>
                    <a:pt x="0" y="32392"/>
                    <a:pt x="32392" y="0"/>
                    <a:pt x="72349" y="0"/>
                  </a:cubicBezTo>
                  <a:close/>
                </a:path>
              </a:pathLst>
            </a:custGeom>
            <a:solidFill>
              <a:srgbClr val="0C1F44">
                <a:alpha val="6666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37346" cy="10119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38121" y="4411276"/>
            <a:ext cx="5457422" cy="4999424"/>
            <a:chOff x="0" y="0"/>
            <a:chExt cx="1437346" cy="13167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7346" cy="1316721"/>
            </a:xfrm>
            <a:custGeom>
              <a:avLst/>
              <a:gdLst/>
              <a:ahLst/>
              <a:cxnLst/>
              <a:rect r="r" b="b" t="t" l="l"/>
              <a:pathLst>
                <a:path h="1316721" w="1437346">
                  <a:moveTo>
                    <a:pt x="72349" y="0"/>
                  </a:moveTo>
                  <a:lnTo>
                    <a:pt x="1364997" y="0"/>
                  </a:lnTo>
                  <a:cubicBezTo>
                    <a:pt x="1404954" y="0"/>
                    <a:pt x="1437346" y="32392"/>
                    <a:pt x="1437346" y="72349"/>
                  </a:cubicBezTo>
                  <a:lnTo>
                    <a:pt x="1437346" y="1244372"/>
                  </a:lnTo>
                  <a:cubicBezTo>
                    <a:pt x="1437346" y="1284329"/>
                    <a:pt x="1404954" y="1316721"/>
                    <a:pt x="1364997" y="1316721"/>
                  </a:cubicBezTo>
                  <a:lnTo>
                    <a:pt x="72349" y="1316721"/>
                  </a:lnTo>
                  <a:cubicBezTo>
                    <a:pt x="32392" y="1316721"/>
                    <a:pt x="0" y="1284329"/>
                    <a:pt x="0" y="1244372"/>
                  </a:cubicBezTo>
                  <a:lnTo>
                    <a:pt x="0" y="72349"/>
                  </a:lnTo>
                  <a:cubicBezTo>
                    <a:pt x="0" y="32392"/>
                    <a:pt x="32392" y="0"/>
                    <a:pt x="72349" y="0"/>
                  </a:cubicBezTo>
                  <a:close/>
                </a:path>
              </a:pathLst>
            </a:custGeom>
            <a:solidFill>
              <a:srgbClr val="0C1F44">
                <a:alpha val="6666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37346" cy="1364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19392" y="3556577"/>
            <a:ext cx="5457422" cy="5005589"/>
            <a:chOff x="0" y="0"/>
            <a:chExt cx="1437346" cy="13183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7346" cy="1318344"/>
            </a:xfrm>
            <a:custGeom>
              <a:avLst/>
              <a:gdLst/>
              <a:ahLst/>
              <a:cxnLst/>
              <a:rect r="r" b="b" t="t" l="l"/>
              <a:pathLst>
                <a:path h="1318344" w="1437346">
                  <a:moveTo>
                    <a:pt x="72349" y="0"/>
                  </a:moveTo>
                  <a:lnTo>
                    <a:pt x="1364997" y="0"/>
                  </a:lnTo>
                  <a:cubicBezTo>
                    <a:pt x="1404954" y="0"/>
                    <a:pt x="1437346" y="32392"/>
                    <a:pt x="1437346" y="72349"/>
                  </a:cubicBezTo>
                  <a:lnTo>
                    <a:pt x="1437346" y="1245996"/>
                  </a:lnTo>
                  <a:cubicBezTo>
                    <a:pt x="1437346" y="1265184"/>
                    <a:pt x="1429723" y="1283586"/>
                    <a:pt x="1416155" y="1297154"/>
                  </a:cubicBezTo>
                  <a:cubicBezTo>
                    <a:pt x="1402587" y="1310722"/>
                    <a:pt x="1384185" y="1318344"/>
                    <a:pt x="1364997" y="1318344"/>
                  </a:cubicBezTo>
                  <a:lnTo>
                    <a:pt x="72349" y="1318344"/>
                  </a:lnTo>
                  <a:cubicBezTo>
                    <a:pt x="32392" y="1318344"/>
                    <a:pt x="0" y="1285953"/>
                    <a:pt x="0" y="1245996"/>
                  </a:cubicBezTo>
                  <a:lnTo>
                    <a:pt x="0" y="72349"/>
                  </a:lnTo>
                  <a:cubicBezTo>
                    <a:pt x="0" y="32392"/>
                    <a:pt x="32392" y="0"/>
                    <a:pt x="72349" y="0"/>
                  </a:cubicBezTo>
                  <a:close/>
                </a:path>
              </a:pathLst>
            </a:custGeom>
            <a:solidFill>
              <a:srgbClr val="0C1F44">
                <a:alpha val="6666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37346" cy="1365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61800" y="4110865"/>
            <a:ext cx="5651213" cy="934865"/>
            <a:chOff x="0" y="0"/>
            <a:chExt cx="1488385" cy="2462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88385" cy="246220"/>
            </a:xfrm>
            <a:custGeom>
              <a:avLst/>
              <a:gdLst/>
              <a:ahLst/>
              <a:cxnLst/>
              <a:rect r="r" b="b" t="t" l="l"/>
              <a:pathLst>
                <a:path h="246220" w="1488385">
                  <a:moveTo>
                    <a:pt x="0" y="0"/>
                  </a:moveTo>
                  <a:lnTo>
                    <a:pt x="1488385" y="0"/>
                  </a:lnTo>
                  <a:lnTo>
                    <a:pt x="1488385" y="246220"/>
                  </a:lnTo>
                  <a:lnTo>
                    <a:pt x="0" y="246220"/>
                  </a:lnTo>
                  <a:close/>
                </a:path>
              </a:pathLst>
            </a:custGeom>
            <a:solidFill>
              <a:srgbClr val="0C1F4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488385" cy="293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51388" y="4094193"/>
            <a:ext cx="5651213" cy="934865"/>
            <a:chOff x="0" y="0"/>
            <a:chExt cx="1488385" cy="2462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88385" cy="246220"/>
            </a:xfrm>
            <a:custGeom>
              <a:avLst/>
              <a:gdLst/>
              <a:ahLst/>
              <a:cxnLst/>
              <a:rect r="r" b="b" t="t" l="l"/>
              <a:pathLst>
                <a:path h="246220" w="1488385">
                  <a:moveTo>
                    <a:pt x="0" y="0"/>
                  </a:moveTo>
                  <a:lnTo>
                    <a:pt x="1488385" y="0"/>
                  </a:lnTo>
                  <a:lnTo>
                    <a:pt x="1488385" y="246220"/>
                  </a:lnTo>
                  <a:lnTo>
                    <a:pt x="0" y="246220"/>
                  </a:lnTo>
                  <a:close/>
                </a:path>
              </a:pathLst>
            </a:custGeom>
            <a:solidFill>
              <a:srgbClr val="0C1F4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488385" cy="293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57300" y="4965564"/>
            <a:ext cx="5651213" cy="934865"/>
            <a:chOff x="0" y="0"/>
            <a:chExt cx="1488385" cy="2462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88385" cy="246220"/>
            </a:xfrm>
            <a:custGeom>
              <a:avLst/>
              <a:gdLst/>
              <a:ahLst/>
              <a:cxnLst/>
              <a:rect r="r" b="b" t="t" l="l"/>
              <a:pathLst>
                <a:path h="246220" w="1488385">
                  <a:moveTo>
                    <a:pt x="0" y="0"/>
                  </a:moveTo>
                  <a:lnTo>
                    <a:pt x="1488385" y="0"/>
                  </a:lnTo>
                  <a:lnTo>
                    <a:pt x="1488385" y="246220"/>
                  </a:lnTo>
                  <a:lnTo>
                    <a:pt x="0" y="246220"/>
                  </a:lnTo>
                  <a:close/>
                </a:path>
              </a:pathLst>
            </a:custGeom>
            <a:solidFill>
              <a:srgbClr val="0C1F4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488385" cy="293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002857" y="599209"/>
            <a:ext cx="8282285" cy="133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04"/>
              </a:lnSpc>
              <a:spcBef>
                <a:spcPct val="0"/>
              </a:spcBef>
            </a:pPr>
            <a:r>
              <a:rPr lang="en-US" b="true" sz="75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Technology behind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46168" y="2136021"/>
            <a:ext cx="4595664" cy="81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7"/>
              </a:lnSpc>
              <a:spcBef>
                <a:spcPct val="0"/>
              </a:spcBef>
            </a:pPr>
            <a:r>
              <a:rPr lang="en-US" b="true" sz="4712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34164" y="4949155"/>
            <a:ext cx="2619673" cy="8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5"/>
              </a:lnSpc>
              <a:spcBef>
                <a:spcPct val="0"/>
              </a:spcBef>
            </a:pPr>
            <a:r>
              <a:rPr lang="en-US" b="true" sz="4839">
                <a:solidFill>
                  <a:srgbClr val="F4F4F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Frontend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23013" y="4112168"/>
            <a:ext cx="2415629" cy="8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5"/>
              </a:lnSpc>
              <a:spcBef>
                <a:spcPct val="0"/>
              </a:spcBef>
            </a:pPr>
            <a:r>
              <a:rPr lang="en-US" b="true" sz="4839">
                <a:solidFill>
                  <a:srgbClr val="F4F4F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Backend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75018" y="4112168"/>
            <a:ext cx="2424778" cy="837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  <a:spcBef>
                <a:spcPct val="0"/>
              </a:spcBef>
            </a:pPr>
            <a:r>
              <a:rPr lang="en-US" b="true" sz="4841">
                <a:solidFill>
                  <a:srgbClr val="F4F4F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Design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5595294"/>
            <a:ext cx="1436530" cy="52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7"/>
              </a:lnSpc>
              <a:spcBef>
                <a:spcPct val="0"/>
              </a:spcBef>
            </a:pPr>
            <a:r>
              <a:rPr lang="en-US" sz="3069">
                <a:solidFill>
                  <a:srgbClr val="E9EAF6"/>
                </a:solidFill>
                <a:latin typeface="Lora"/>
                <a:ea typeface="Lora"/>
                <a:cs typeface="Lora"/>
                <a:sym typeface="Lora"/>
              </a:rPr>
              <a:t>Figma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00189" y="6260852"/>
            <a:ext cx="2545467" cy="32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"/>
              </a:lnSpc>
            </a:pPr>
            <a:r>
              <a:rPr lang="en-US" sz="1917">
                <a:solidFill>
                  <a:srgbClr val="E9EAF6"/>
                </a:solidFill>
                <a:latin typeface="Lora"/>
                <a:ea typeface="Lora"/>
                <a:cs typeface="Lora"/>
                <a:sym typeface="Lora"/>
              </a:rPr>
              <a:t>Styling the web pages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70076" y="6133043"/>
            <a:ext cx="1172913" cy="51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5"/>
              </a:lnSpc>
              <a:spcBef>
                <a:spcPct val="0"/>
              </a:spcBef>
            </a:pPr>
            <a:r>
              <a:rPr lang="en-US" sz="3067">
                <a:solidFill>
                  <a:srgbClr val="E9EAF6"/>
                </a:solidFill>
                <a:latin typeface="Lora"/>
                <a:ea typeface="Lora"/>
                <a:cs typeface="Lora"/>
                <a:sym typeface="Lora"/>
              </a:rPr>
              <a:t>CSS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571697" y="6841504"/>
            <a:ext cx="1172913" cy="51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5"/>
              </a:lnSpc>
              <a:spcBef>
                <a:spcPct val="0"/>
              </a:spcBef>
            </a:pPr>
            <a:r>
              <a:rPr lang="en-US" sz="3067">
                <a:solidFill>
                  <a:srgbClr val="E9EAF6"/>
                </a:solidFill>
                <a:latin typeface="Lora"/>
                <a:ea typeface="Lora"/>
                <a:cs typeface="Lora"/>
                <a:sym typeface="Lora"/>
              </a:rPr>
              <a:t>JS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26512" y="6947098"/>
            <a:ext cx="2788693" cy="32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"/>
              </a:lnSpc>
            </a:pPr>
            <a:r>
              <a:rPr lang="en-US" sz="1917">
                <a:solidFill>
                  <a:srgbClr val="E9EAF6"/>
                </a:solidFill>
                <a:latin typeface="Lora"/>
                <a:ea typeface="Lora"/>
                <a:cs typeface="Lora"/>
                <a:sym typeface="Lora"/>
              </a:rPr>
              <a:t>Client-side interactivity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570076" y="7554616"/>
            <a:ext cx="1358909" cy="51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5"/>
              </a:lnSpc>
              <a:spcBef>
                <a:spcPct val="0"/>
              </a:spcBef>
            </a:pPr>
            <a:r>
              <a:rPr lang="en-US" sz="3067">
                <a:solidFill>
                  <a:srgbClr val="E9EAF6"/>
                </a:solidFill>
                <a:latin typeface="Lora"/>
                <a:ea typeface="Lora"/>
                <a:cs typeface="Lora"/>
                <a:sym typeface="Lora"/>
              </a:rPr>
              <a:t>React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226512" y="7520571"/>
            <a:ext cx="3695353" cy="662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"/>
              </a:lnSpc>
            </a:pPr>
            <a:r>
              <a:rPr lang="en-US" sz="1917">
                <a:solidFill>
                  <a:srgbClr val="E9EAF6"/>
                </a:solidFill>
                <a:latin typeface="Lora"/>
                <a:ea typeface="Lora"/>
                <a:cs typeface="Lora"/>
                <a:sym typeface="Lora"/>
              </a:rPr>
              <a:t>building dynamic, component-based UI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570076" y="8406548"/>
            <a:ext cx="1358909" cy="51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5"/>
              </a:lnSpc>
              <a:spcBef>
                <a:spcPct val="0"/>
              </a:spcBef>
            </a:pPr>
            <a:r>
              <a:rPr lang="en-US" sz="3067">
                <a:solidFill>
                  <a:srgbClr val="E9EAF6"/>
                </a:solidFill>
                <a:latin typeface="Lora"/>
                <a:ea typeface="Lora"/>
                <a:cs typeface="Lora"/>
                <a:sym typeface="Lora"/>
              </a:rPr>
              <a:t>Axios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214670" y="8391553"/>
            <a:ext cx="3566587" cy="662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"/>
              </a:lnSpc>
            </a:pPr>
            <a:r>
              <a:rPr lang="en-US" sz="1917">
                <a:solidFill>
                  <a:srgbClr val="E9EAF6"/>
                </a:solidFill>
                <a:latin typeface="Lora"/>
                <a:ea typeface="Lora"/>
                <a:cs typeface="Lora"/>
                <a:sym typeface="Lora"/>
              </a:rPr>
              <a:t>handling requests to the backend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50100" y="5444421"/>
            <a:ext cx="1401832" cy="51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5"/>
              </a:lnSpc>
              <a:spcBef>
                <a:spcPct val="0"/>
              </a:spcBef>
            </a:pPr>
            <a:r>
              <a:rPr lang="en-US" sz="3067">
                <a:solidFill>
                  <a:srgbClr val="E9EAF6"/>
                </a:solidFill>
                <a:latin typeface="Lora"/>
                <a:ea typeface="Lora"/>
                <a:cs typeface="Lora"/>
                <a:sym typeface="Lora"/>
              </a:rPr>
              <a:t>Node.js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275782" y="5614344"/>
            <a:ext cx="3160686" cy="32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"/>
              </a:lnSpc>
            </a:pPr>
            <a:r>
              <a:rPr lang="en-US" sz="1917">
                <a:solidFill>
                  <a:srgbClr val="E9EAF6"/>
                </a:solidFill>
                <a:latin typeface="Lora"/>
                <a:ea typeface="Lora"/>
                <a:cs typeface="Lora"/>
                <a:sym typeface="Lora"/>
              </a:rPr>
              <a:t>for server-side processing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71561" y="6330382"/>
            <a:ext cx="1358909" cy="51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5"/>
              </a:lnSpc>
              <a:spcBef>
                <a:spcPct val="0"/>
              </a:spcBef>
            </a:pPr>
            <a:r>
              <a:rPr lang="en-US" sz="3067">
                <a:solidFill>
                  <a:srgbClr val="E9EAF6"/>
                </a:solidFill>
                <a:latin typeface="Lora"/>
                <a:ea typeface="Lora"/>
                <a:cs typeface="Lora"/>
                <a:sym typeface="Lora"/>
              </a:rPr>
              <a:t>API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275782" y="6267762"/>
            <a:ext cx="3160686" cy="662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"/>
              </a:lnSpc>
            </a:pPr>
            <a:r>
              <a:rPr lang="en-US" sz="1917">
                <a:solidFill>
                  <a:srgbClr val="E9EAF6"/>
                </a:solidFill>
                <a:latin typeface="Lora"/>
                <a:ea typeface="Lora"/>
                <a:cs typeface="Lora"/>
                <a:sym typeface="Lora"/>
              </a:rPr>
              <a:t>api to handle user data securely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944388" y="5463471"/>
            <a:ext cx="2817458" cy="99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"/>
              </a:lnSpc>
            </a:pPr>
            <a:r>
              <a:rPr lang="en-US" sz="1917">
                <a:solidFill>
                  <a:srgbClr val="E9EAF6"/>
                </a:solidFill>
                <a:latin typeface="Lora"/>
                <a:ea typeface="Lora"/>
                <a:cs typeface="Lora"/>
                <a:sym typeface="Lora"/>
              </a:rPr>
              <a:t>UI/UX design tool for wireframing and prototypes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550100" y="7160728"/>
            <a:ext cx="3032876" cy="51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5"/>
              </a:lnSpc>
              <a:spcBef>
                <a:spcPct val="0"/>
              </a:spcBef>
            </a:pPr>
            <a:r>
              <a:rPr lang="en-US" sz="3067">
                <a:solidFill>
                  <a:srgbClr val="E9EAF6"/>
                </a:solidFill>
                <a:latin typeface="Lora"/>
                <a:ea typeface="Lora"/>
                <a:cs typeface="Lora"/>
                <a:sym typeface="Lora"/>
              </a:rPr>
              <a:t>Mongo DB Atlas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640127" y="7285943"/>
            <a:ext cx="1873019" cy="32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"/>
              </a:lnSpc>
            </a:pPr>
            <a:r>
              <a:rPr lang="en-US" sz="1917">
                <a:solidFill>
                  <a:srgbClr val="E9EAF6"/>
                </a:solidFill>
                <a:latin typeface="Lora"/>
                <a:ea typeface="Lora"/>
                <a:cs typeface="Lora"/>
                <a:sym typeface="Lora"/>
              </a:rPr>
              <a:t>for Data Storage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26919" y="2633215"/>
            <a:ext cx="7234161" cy="7301301"/>
          </a:xfrm>
          <a:custGeom>
            <a:avLst/>
            <a:gdLst/>
            <a:ahLst/>
            <a:cxnLst/>
            <a:rect r="r" b="b" t="t" l="l"/>
            <a:pathLst>
              <a:path h="7301301" w="7234161">
                <a:moveTo>
                  <a:pt x="0" y="0"/>
                </a:moveTo>
                <a:lnTo>
                  <a:pt x="7234162" y="0"/>
                </a:lnTo>
                <a:lnTo>
                  <a:pt x="7234162" y="7301302"/>
                </a:lnTo>
                <a:lnTo>
                  <a:pt x="0" y="7301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596" t="-40675" r="-103358" b="-2984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869980">
            <a:off x="11721584" y="4571333"/>
            <a:ext cx="2078994" cy="888297"/>
          </a:xfrm>
          <a:custGeom>
            <a:avLst/>
            <a:gdLst/>
            <a:ahLst/>
            <a:cxnLst/>
            <a:rect r="r" b="b" t="t" l="l"/>
            <a:pathLst>
              <a:path h="888297" w="2078994">
                <a:moveTo>
                  <a:pt x="0" y="888297"/>
                </a:moveTo>
                <a:lnTo>
                  <a:pt x="2078994" y="888297"/>
                </a:lnTo>
                <a:lnTo>
                  <a:pt x="2078994" y="0"/>
                </a:lnTo>
                <a:lnTo>
                  <a:pt x="0" y="0"/>
                </a:lnTo>
                <a:lnTo>
                  <a:pt x="0" y="88829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760114">
            <a:off x="11806078" y="6124894"/>
            <a:ext cx="2078994" cy="888297"/>
          </a:xfrm>
          <a:custGeom>
            <a:avLst/>
            <a:gdLst/>
            <a:ahLst/>
            <a:cxnLst/>
            <a:rect r="r" b="b" t="t" l="l"/>
            <a:pathLst>
              <a:path h="888297" w="2078994">
                <a:moveTo>
                  <a:pt x="0" y="888297"/>
                </a:moveTo>
                <a:lnTo>
                  <a:pt x="2078994" y="888297"/>
                </a:lnTo>
                <a:lnTo>
                  <a:pt x="2078994" y="0"/>
                </a:lnTo>
                <a:lnTo>
                  <a:pt x="0" y="0"/>
                </a:lnTo>
                <a:lnTo>
                  <a:pt x="0" y="88829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1472255">
            <a:off x="4487422" y="5143699"/>
            <a:ext cx="2078994" cy="888297"/>
          </a:xfrm>
          <a:custGeom>
            <a:avLst/>
            <a:gdLst/>
            <a:ahLst/>
            <a:cxnLst/>
            <a:rect r="r" b="b" t="t" l="l"/>
            <a:pathLst>
              <a:path h="888297" w="2078994">
                <a:moveTo>
                  <a:pt x="2078994" y="888297"/>
                </a:moveTo>
                <a:lnTo>
                  <a:pt x="0" y="888297"/>
                </a:lnTo>
                <a:lnTo>
                  <a:pt x="0" y="0"/>
                </a:lnTo>
                <a:lnTo>
                  <a:pt x="2078994" y="0"/>
                </a:lnTo>
                <a:lnTo>
                  <a:pt x="2078994" y="88829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1472255">
            <a:off x="4386339" y="6815159"/>
            <a:ext cx="2078994" cy="888297"/>
          </a:xfrm>
          <a:custGeom>
            <a:avLst/>
            <a:gdLst/>
            <a:ahLst/>
            <a:cxnLst/>
            <a:rect r="r" b="b" t="t" l="l"/>
            <a:pathLst>
              <a:path h="888297" w="2078994">
                <a:moveTo>
                  <a:pt x="2078994" y="888298"/>
                </a:moveTo>
                <a:lnTo>
                  <a:pt x="0" y="888298"/>
                </a:lnTo>
                <a:lnTo>
                  <a:pt x="0" y="0"/>
                </a:lnTo>
                <a:lnTo>
                  <a:pt x="2078994" y="0"/>
                </a:lnTo>
                <a:lnTo>
                  <a:pt x="2078994" y="88829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9680587" y="7900920"/>
            <a:ext cx="842324" cy="925631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416258" y="589684"/>
            <a:ext cx="3455484" cy="146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SignUp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37848" y="4576408"/>
            <a:ext cx="2569233" cy="43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6"/>
              </a:lnSpc>
              <a:spcBef>
                <a:spcPct val="0"/>
              </a:spcBef>
            </a:pPr>
            <a:r>
              <a:rPr lang="en-US" sz="2612">
                <a:solidFill>
                  <a:srgbClr val="0C1F44"/>
                </a:solidFill>
                <a:latin typeface="Lora"/>
                <a:ea typeface="Lora"/>
                <a:cs typeface="Lora"/>
                <a:sym typeface="Lora"/>
              </a:rPr>
              <a:t>enter username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37848" y="6040516"/>
            <a:ext cx="2555150" cy="43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6"/>
              </a:lnSpc>
              <a:spcBef>
                <a:spcPct val="0"/>
              </a:spcBef>
            </a:pPr>
            <a:r>
              <a:rPr lang="en-US" sz="2612">
                <a:solidFill>
                  <a:srgbClr val="0C1F44"/>
                </a:solidFill>
                <a:latin typeface="Lora"/>
                <a:ea typeface="Lora"/>
                <a:cs typeface="Lora"/>
                <a:sym typeface="Lora"/>
              </a:rPr>
              <a:t>enter password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00507" y="4900150"/>
            <a:ext cx="2245337" cy="43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6"/>
              </a:lnSpc>
              <a:spcBef>
                <a:spcPct val="0"/>
              </a:spcBef>
            </a:pPr>
            <a:r>
              <a:rPr lang="en-US" sz="2612">
                <a:solidFill>
                  <a:srgbClr val="0C1F44"/>
                </a:solidFill>
                <a:latin typeface="Lora"/>
                <a:ea typeface="Lora"/>
                <a:cs typeface="Lora"/>
                <a:sym typeface="Lora"/>
              </a:rPr>
              <a:t>enter emailId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61446" y="6683405"/>
            <a:ext cx="2864964" cy="43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6"/>
              </a:lnSpc>
              <a:spcBef>
                <a:spcPct val="0"/>
              </a:spcBef>
            </a:pPr>
            <a:r>
              <a:rPr lang="en-US" sz="2612">
                <a:solidFill>
                  <a:srgbClr val="0C1F44"/>
                </a:solidFill>
                <a:latin typeface="Lora"/>
                <a:ea typeface="Lora"/>
                <a:cs typeface="Lora"/>
                <a:sym typeface="Lora"/>
              </a:rPr>
              <a:t>confirm password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00443" y="2496727"/>
            <a:ext cx="11158160" cy="6988154"/>
            <a:chOff x="0" y="0"/>
            <a:chExt cx="2938775" cy="18405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38775" cy="1840501"/>
            </a:xfrm>
            <a:custGeom>
              <a:avLst/>
              <a:gdLst/>
              <a:ahLst/>
              <a:cxnLst/>
              <a:rect r="r" b="b" t="t" l="l"/>
              <a:pathLst>
                <a:path h="1840501" w="2938775">
                  <a:moveTo>
                    <a:pt x="35386" y="0"/>
                  </a:moveTo>
                  <a:lnTo>
                    <a:pt x="2903389" y="0"/>
                  </a:lnTo>
                  <a:cubicBezTo>
                    <a:pt x="2912774" y="0"/>
                    <a:pt x="2921774" y="3728"/>
                    <a:pt x="2928411" y="10364"/>
                  </a:cubicBezTo>
                  <a:cubicBezTo>
                    <a:pt x="2935047" y="17000"/>
                    <a:pt x="2938775" y="26001"/>
                    <a:pt x="2938775" y="35386"/>
                  </a:cubicBezTo>
                  <a:lnTo>
                    <a:pt x="2938775" y="1805116"/>
                  </a:lnTo>
                  <a:cubicBezTo>
                    <a:pt x="2938775" y="1814501"/>
                    <a:pt x="2935047" y="1823501"/>
                    <a:pt x="2928411" y="1830137"/>
                  </a:cubicBezTo>
                  <a:cubicBezTo>
                    <a:pt x="2921774" y="1836773"/>
                    <a:pt x="2912774" y="1840501"/>
                    <a:pt x="2903389" y="1840501"/>
                  </a:cubicBezTo>
                  <a:lnTo>
                    <a:pt x="35386" y="1840501"/>
                  </a:lnTo>
                  <a:cubicBezTo>
                    <a:pt x="26001" y="1840501"/>
                    <a:pt x="17000" y="1836773"/>
                    <a:pt x="10364" y="1830137"/>
                  </a:cubicBezTo>
                  <a:cubicBezTo>
                    <a:pt x="3728" y="1823501"/>
                    <a:pt x="0" y="1814501"/>
                    <a:pt x="0" y="1805116"/>
                  </a:cubicBezTo>
                  <a:lnTo>
                    <a:pt x="0" y="35386"/>
                  </a:lnTo>
                  <a:cubicBezTo>
                    <a:pt x="0" y="26001"/>
                    <a:pt x="3728" y="17000"/>
                    <a:pt x="10364" y="10364"/>
                  </a:cubicBezTo>
                  <a:cubicBezTo>
                    <a:pt x="17000" y="3728"/>
                    <a:pt x="26001" y="0"/>
                    <a:pt x="35386" y="0"/>
                  </a:cubicBezTo>
                  <a:close/>
                </a:path>
              </a:pathLst>
            </a:custGeom>
            <a:solidFill>
              <a:srgbClr val="0C1F44">
                <a:alpha val="7764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38775" cy="188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7128026" y="3285596"/>
            <a:ext cx="10131274" cy="5811177"/>
            <a:chOff x="0" y="0"/>
            <a:chExt cx="7981950" cy="45783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2"/>
              <a:stretch>
                <a:fillRect l="-44622" t="-40675" r="-45095" b="-2984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2153" y="4239552"/>
            <a:ext cx="5989100" cy="3674345"/>
            <a:chOff x="0" y="0"/>
            <a:chExt cx="1492981" cy="9159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92981" cy="915952"/>
            </a:xfrm>
            <a:custGeom>
              <a:avLst/>
              <a:gdLst/>
              <a:ahLst/>
              <a:cxnLst/>
              <a:rect r="r" b="b" t="t" l="l"/>
              <a:pathLst>
                <a:path h="915952" w="1492981">
                  <a:moveTo>
                    <a:pt x="41365" y="0"/>
                  </a:moveTo>
                  <a:lnTo>
                    <a:pt x="1451616" y="0"/>
                  </a:lnTo>
                  <a:cubicBezTo>
                    <a:pt x="1462587" y="0"/>
                    <a:pt x="1473108" y="4358"/>
                    <a:pt x="1480866" y="12116"/>
                  </a:cubicBezTo>
                  <a:cubicBezTo>
                    <a:pt x="1488623" y="19873"/>
                    <a:pt x="1492981" y="30395"/>
                    <a:pt x="1492981" y="41365"/>
                  </a:cubicBezTo>
                  <a:lnTo>
                    <a:pt x="1492981" y="874587"/>
                  </a:lnTo>
                  <a:cubicBezTo>
                    <a:pt x="1492981" y="897432"/>
                    <a:pt x="1474462" y="915952"/>
                    <a:pt x="1451616" y="915952"/>
                  </a:cubicBezTo>
                  <a:lnTo>
                    <a:pt x="41365" y="915952"/>
                  </a:lnTo>
                  <a:cubicBezTo>
                    <a:pt x="30395" y="915952"/>
                    <a:pt x="19873" y="911594"/>
                    <a:pt x="12116" y="903837"/>
                  </a:cubicBezTo>
                  <a:cubicBezTo>
                    <a:pt x="4358" y="896079"/>
                    <a:pt x="0" y="885558"/>
                    <a:pt x="0" y="874587"/>
                  </a:cubicBezTo>
                  <a:lnTo>
                    <a:pt x="0" y="41365"/>
                  </a:lnTo>
                  <a:cubicBezTo>
                    <a:pt x="0" y="30395"/>
                    <a:pt x="4358" y="19873"/>
                    <a:pt x="12116" y="12116"/>
                  </a:cubicBezTo>
                  <a:cubicBezTo>
                    <a:pt x="19873" y="4358"/>
                    <a:pt x="30395" y="0"/>
                    <a:pt x="41365" y="0"/>
                  </a:cubicBezTo>
                  <a:close/>
                </a:path>
              </a:pathLst>
            </a:custGeom>
            <a:solidFill>
              <a:srgbClr val="0C1F44">
                <a:alpha val="34902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492981" cy="963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416258" y="589684"/>
            <a:ext cx="3455484" cy="146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SignUp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1176" y="4631618"/>
            <a:ext cx="5348284" cy="284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6"/>
              </a:lnSpc>
              <a:spcBef>
                <a:spcPct val="0"/>
              </a:spcBef>
            </a:pPr>
            <a:r>
              <a:rPr lang="en-US" sz="23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Designed for ease and accessibility, the Sign-Up page allows new users to quickly create an account. Featuring secure data input fields, user-friendly prompts, and a clean layout, it ensures a smooth start to the platform experience.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2197" y="2807094"/>
            <a:ext cx="7003606" cy="6799144"/>
          </a:xfrm>
          <a:custGeom>
            <a:avLst/>
            <a:gdLst/>
            <a:ahLst/>
            <a:cxnLst/>
            <a:rect r="r" b="b" t="t" l="l"/>
            <a:pathLst>
              <a:path h="6799144" w="7003606">
                <a:moveTo>
                  <a:pt x="0" y="0"/>
                </a:moveTo>
                <a:lnTo>
                  <a:pt x="7003606" y="0"/>
                </a:lnTo>
                <a:lnTo>
                  <a:pt x="7003606" y="6799143"/>
                </a:lnTo>
                <a:lnTo>
                  <a:pt x="0" y="6799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2839" t="-62107" r="-132756" b="-497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42197" y="2807094"/>
            <a:ext cx="7003606" cy="7070489"/>
          </a:xfrm>
          <a:custGeom>
            <a:avLst/>
            <a:gdLst/>
            <a:ahLst/>
            <a:cxnLst/>
            <a:rect r="r" b="b" t="t" l="l"/>
            <a:pathLst>
              <a:path h="7070489" w="7003606">
                <a:moveTo>
                  <a:pt x="0" y="0"/>
                </a:moveTo>
                <a:lnTo>
                  <a:pt x="7003606" y="0"/>
                </a:lnTo>
                <a:lnTo>
                  <a:pt x="7003606" y="7070489"/>
                </a:lnTo>
                <a:lnTo>
                  <a:pt x="0" y="7070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2607" t="-57835" r="-133004" b="-4587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869980">
            <a:off x="11707276" y="4998234"/>
            <a:ext cx="2078994" cy="888297"/>
          </a:xfrm>
          <a:custGeom>
            <a:avLst/>
            <a:gdLst/>
            <a:ahLst/>
            <a:cxnLst/>
            <a:rect r="r" b="b" t="t" l="l"/>
            <a:pathLst>
              <a:path h="888297" w="2078994">
                <a:moveTo>
                  <a:pt x="0" y="888298"/>
                </a:moveTo>
                <a:lnTo>
                  <a:pt x="2078994" y="888298"/>
                </a:lnTo>
                <a:lnTo>
                  <a:pt x="2078994" y="0"/>
                </a:lnTo>
                <a:lnTo>
                  <a:pt x="0" y="0"/>
                </a:lnTo>
                <a:lnTo>
                  <a:pt x="0" y="88829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1472255">
            <a:off x="4602700" y="5688500"/>
            <a:ext cx="2078994" cy="888297"/>
          </a:xfrm>
          <a:custGeom>
            <a:avLst/>
            <a:gdLst/>
            <a:ahLst/>
            <a:cxnLst/>
            <a:rect r="r" b="b" t="t" l="l"/>
            <a:pathLst>
              <a:path h="888297" w="2078994">
                <a:moveTo>
                  <a:pt x="2078994" y="888297"/>
                </a:moveTo>
                <a:lnTo>
                  <a:pt x="0" y="888297"/>
                </a:lnTo>
                <a:lnTo>
                  <a:pt x="0" y="0"/>
                </a:lnTo>
                <a:lnTo>
                  <a:pt x="2078994" y="0"/>
                </a:lnTo>
                <a:lnTo>
                  <a:pt x="2078994" y="88829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9446294" y="7724568"/>
            <a:ext cx="717858" cy="788384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0">
            <a:off x="9994552" y="6685889"/>
            <a:ext cx="2049271" cy="640863"/>
          </a:xfrm>
          <a:custGeom>
            <a:avLst/>
            <a:gdLst/>
            <a:ahLst/>
            <a:cxnLst/>
            <a:rect r="r" b="b" t="t" l="l"/>
            <a:pathLst>
              <a:path h="640863" w="2049271">
                <a:moveTo>
                  <a:pt x="0" y="0"/>
                </a:moveTo>
                <a:lnTo>
                  <a:pt x="2049271" y="0"/>
                </a:lnTo>
                <a:lnTo>
                  <a:pt x="2049271" y="640862"/>
                </a:lnTo>
                <a:lnTo>
                  <a:pt x="0" y="6408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lgDash"/>
            <a:miter/>
          </a:ln>
        </p:spPr>
      </p:sp>
      <p:sp>
        <p:nvSpPr>
          <p:cNvPr name="Freeform 8" id="8"/>
          <p:cNvSpPr/>
          <p:nvPr/>
        </p:nvSpPr>
        <p:spPr>
          <a:xfrm flipH="true" flipV="false" rot="-5141748">
            <a:off x="12448804" y="6379523"/>
            <a:ext cx="393998" cy="1177711"/>
          </a:xfrm>
          <a:custGeom>
            <a:avLst/>
            <a:gdLst/>
            <a:ahLst/>
            <a:cxnLst/>
            <a:rect r="r" b="b" t="t" l="l"/>
            <a:pathLst>
              <a:path h="1177711" w="393998">
                <a:moveTo>
                  <a:pt x="393998" y="0"/>
                </a:moveTo>
                <a:lnTo>
                  <a:pt x="0" y="0"/>
                </a:lnTo>
                <a:lnTo>
                  <a:pt x="0" y="1177712"/>
                </a:lnTo>
                <a:lnTo>
                  <a:pt x="393998" y="1177712"/>
                </a:lnTo>
                <a:lnTo>
                  <a:pt x="393998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89585" y="589684"/>
            <a:ext cx="2708830" cy="146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Login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66159" y="4824671"/>
            <a:ext cx="2569233" cy="896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6"/>
              </a:lnSpc>
              <a:spcBef>
                <a:spcPct val="0"/>
              </a:spcBef>
            </a:pPr>
            <a:r>
              <a:rPr lang="en-US" sz="2612">
                <a:solidFill>
                  <a:srgbClr val="0C1F44"/>
                </a:solidFill>
                <a:latin typeface="Lora"/>
                <a:ea typeface="Lora"/>
                <a:cs typeface="Lora"/>
                <a:sym typeface="Lora"/>
              </a:rPr>
              <a:t>enter registered email-id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44168" y="5324773"/>
            <a:ext cx="2569233" cy="43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6"/>
              </a:lnSpc>
              <a:spcBef>
                <a:spcPct val="0"/>
              </a:spcBef>
            </a:pPr>
            <a:r>
              <a:rPr lang="en-US" sz="2612">
                <a:solidFill>
                  <a:srgbClr val="0C1F44"/>
                </a:solidFill>
                <a:latin typeface="Lora"/>
                <a:ea typeface="Lora"/>
                <a:cs typeface="Lora"/>
                <a:sym typeface="Lora"/>
              </a:rPr>
              <a:t>enter password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61384" y="7083402"/>
            <a:ext cx="2569233" cy="43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6"/>
              </a:lnSpc>
              <a:spcBef>
                <a:spcPct val="0"/>
              </a:spcBef>
            </a:pPr>
            <a:r>
              <a:rPr lang="en-US" sz="2612">
                <a:solidFill>
                  <a:srgbClr val="0C1F44"/>
                </a:solidFill>
                <a:latin typeface="Lora"/>
                <a:ea typeface="Lora"/>
                <a:cs typeface="Lora"/>
                <a:sym typeface="Lora"/>
              </a:rPr>
              <a:t>reset password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89585" y="589684"/>
            <a:ext cx="2708830" cy="146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Login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76704" y="2670753"/>
            <a:ext cx="11158160" cy="6988154"/>
            <a:chOff x="0" y="0"/>
            <a:chExt cx="2938775" cy="18405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38775" cy="1840501"/>
            </a:xfrm>
            <a:custGeom>
              <a:avLst/>
              <a:gdLst/>
              <a:ahLst/>
              <a:cxnLst/>
              <a:rect r="r" b="b" t="t" l="l"/>
              <a:pathLst>
                <a:path h="1840501" w="2938775">
                  <a:moveTo>
                    <a:pt x="35386" y="0"/>
                  </a:moveTo>
                  <a:lnTo>
                    <a:pt x="2903389" y="0"/>
                  </a:lnTo>
                  <a:cubicBezTo>
                    <a:pt x="2912774" y="0"/>
                    <a:pt x="2921774" y="3728"/>
                    <a:pt x="2928411" y="10364"/>
                  </a:cubicBezTo>
                  <a:cubicBezTo>
                    <a:pt x="2935047" y="17000"/>
                    <a:pt x="2938775" y="26001"/>
                    <a:pt x="2938775" y="35386"/>
                  </a:cubicBezTo>
                  <a:lnTo>
                    <a:pt x="2938775" y="1805116"/>
                  </a:lnTo>
                  <a:cubicBezTo>
                    <a:pt x="2938775" y="1814501"/>
                    <a:pt x="2935047" y="1823501"/>
                    <a:pt x="2928411" y="1830137"/>
                  </a:cubicBezTo>
                  <a:cubicBezTo>
                    <a:pt x="2921774" y="1836773"/>
                    <a:pt x="2912774" y="1840501"/>
                    <a:pt x="2903389" y="1840501"/>
                  </a:cubicBezTo>
                  <a:lnTo>
                    <a:pt x="35386" y="1840501"/>
                  </a:lnTo>
                  <a:cubicBezTo>
                    <a:pt x="26001" y="1840501"/>
                    <a:pt x="17000" y="1836773"/>
                    <a:pt x="10364" y="1830137"/>
                  </a:cubicBezTo>
                  <a:cubicBezTo>
                    <a:pt x="3728" y="1823501"/>
                    <a:pt x="0" y="1814501"/>
                    <a:pt x="0" y="1805116"/>
                  </a:cubicBezTo>
                  <a:lnTo>
                    <a:pt x="0" y="35386"/>
                  </a:lnTo>
                  <a:cubicBezTo>
                    <a:pt x="0" y="26001"/>
                    <a:pt x="3728" y="17000"/>
                    <a:pt x="10364" y="10364"/>
                  </a:cubicBezTo>
                  <a:cubicBezTo>
                    <a:pt x="17000" y="3728"/>
                    <a:pt x="26001" y="0"/>
                    <a:pt x="35386" y="0"/>
                  </a:cubicBezTo>
                  <a:close/>
                </a:path>
              </a:pathLst>
            </a:custGeom>
            <a:solidFill>
              <a:srgbClr val="0C1F44">
                <a:alpha val="7764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938775" cy="188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884425" y="3345163"/>
            <a:ext cx="10131274" cy="5811177"/>
            <a:chOff x="0" y="0"/>
            <a:chExt cx="7981950" cy="4578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2"/>
              <a:stretch>
                <a:fillRect l="-70461" t="-66155" r="-74049" b="-53609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905463" y="4520808"/>
            <a:ext cx="5989100" cy="2944667"/>
            <a:chOff x="0" y="0"/>
            <a:chExt cx="1492981" cy="7340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2981" cy="734056"/>
            </a:xfrm>
            <a:custGeom>
              <a:avLst/>
              <a:gdLst/>
              <a:ahLst/>
              <a:cxnLst/>
              <a:rect r="r" b="b" t="t" l="l"/>
              <a:pathLst>
                <a:path h="734056" w="1492981">
                  <a:moveTo>
                    <a:pt x="41365" y="0"/>
                  </a:moveTo>
                  <a:lnTo>
                    <a:pt x="1451616" y="0"/>
                  </a:lnTo>
                  <a:cubicBezTo>
                    <a:pt x="1462587" y="0"/>
                    <a:pt x="1473108" y="4358"/>
                    <a:pt x="1480866" y="12116"/>
                  </a:cubicBezTo>
                  <a:cubicBezTo>
                    <a:pt x="1488623" y="19873"/>
                    <a:pt x="1492981" y="30395"/>
                    <a:pt x="1492981" y="41365"/>
                  </a:cubicBezTo>
                  <a:lnTo>
                    <a:pt x="1492981" y="692690"/>
                  </a:lnTo>
                  <a:cubicBezTo>
                    <a:pt x="1492981" y="703661"/>
                    <a:pt x="1488623" y="714183"/>
                    <a:pt x="1480866" y="721940"/>
                  </a:cubicBezTo>
                  <a:cubicBezTo>
                    <a:pt x="1473108" y="729698"/>
                    <a:pt x="1462587" y="734056"/>
                    <a:pt x="1451616" y="734056"/>
                  </a:cubicBezTo>
                  <a:lnTo>
                    <a:pt x="41365" y="734056"/>
                  </a:lnTo>
                  <a:cubicBezTo>
                    <a:pt x="18520" y="734056"/>
                    <a:pt x="0" y="715536"/>
                    <a:pt x="0" y="692690"/>
                  </a:cubicBezTo>
                  <a:lnTo>
                    <a:pt x="0" y="41365"/>
                  </a:lnTo>
                  <a:cubicBezTo>
                    <a:pt x="0" y="30395"/>
                    <a:pt x="4358" y="19873"/>
                    <a:pt x="12116" y="12116"/>
                  </a:cubicBezTo>
                  <a:cubicBezTo>
                    <a:pt x="19873" y="4358"/>
                    <a:pt x="30395" y="0"/>
                    <a:pt x="41365" y="0"/>
                  </a:cubicBezTo>
                  <a:close/>
                </a:path>
              </a:pathLst>
            </a:custGeom>
            <a:solidFill>
              <a:srgbClr val="0C1F44">
                <a:alpha val="34902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92981" cy="781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254486" y="4912874"/>
            <a:ext cx="5348284" cy="2027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6"/>
              </a:lnSpc>
            </a:pPr>
            <a:r>
              <a:rPr lang="en-US" sz="23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"Effortless Login Experience"</a:t>
            </a:r>
          </a:p>
          <a:p>
            <a:pPr algn="l">
              <a:lnSpc>
                <a:spcPts val="3256"/>
              </a:lnSpc>
              <a:spcBef>
                <a:spcPct val="0"/>
              </a:spcBef>
            </a:pPr>
            <a:r>
              <a:rPr lang="en-US" sz="23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The login page is designed for quick and secure access, featuring easy navigation and user-friendly functionality across all devices.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44940" y="3095306"/>
            <a:ext cx="8398120" cy="5540689"/>
          </a:xfrm>
          <a:custGeom>
            <a:avLst/>
            <a:gdLst/>
            <a:ahLst/>
            <a:cxnLst/>
            <a:rect r="r" b="b" t="t" l="l"/>
            <a:pathLst>
              <a:path h="5540689" w="8398120">
                <a:moveTo>
                  <a:pt x="0" y="0"/>
                </a:moveTo>
                <a:lnTo>
                  <a:pt x="8398120" y="0"/>
                </a:lnTo>
                <a:lnTo>
                  <a:pt x="8398120" y="5540690"/>
                </a:lnTo>
                <a:lnTo>
                  <a:pt x="0" y="5540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9670" t="-103179" r="-119914" b="-863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44940" y="3059503"/>
            <a:ext cx="8398120" cy="5600962"/>
          </a:xfrm>
          <a:custGeom>
            <a:avLst/>
            <a:gdLst/>
            <a:ahLst/>
            <a:cxnLst/>
            <a:rect r="r" b="b" t="t" l="l"/>
            <a:pathLst>
              <a:path h="5600962" w="8398120">
                <a:moveTo>
                  <a:pt x="0" y="0"/>
                </a:moveTo>
                <a:lnTo>
                  <a:pt x="8398120" y="0"/>
                </a:lnTo>
                <a:lnTo>
                  <a:pt x="8398120" y="5600961"/>
                </a:lnTo>
                <a:lnTo>
                  <a:pt x="0" y="56009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0003" t="-102088" r="-120047" b="-84716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1181047">
            <a:off x="3905443" y="5572927"/>
            <a:ext cx="2078994" cy="888297"/>
          </a:xfrm>
          <a:custGeom>
            <a:avLst/>
            <a:gdLst/>
            <a:ahLst/>
            <a:cxnLst/>
            <a:rect r="r" b="b" t="t" l="l"/>
            <a:pathLst>
              <a:path h="888297" w="2078994">
                <a:moveTo>
                  <a:pt x="2078994" y="888297"/>
                </a:moveTo>
                <a:lnTo>
                  <a:pt x="0" y="888297"/>
                </a:lnTo>
                <a:lnTo>
                  <a:pt x="0" y="0"/>
                </a:lnTo>
                <a:lnTo>
                  <a:pt x="2078994" y="0"/>
                </a:lnTo>
                <a:lnTo>
                  <a:pt x="2078994" y="88829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9360450" y="6880431"/>
            <a:ext cx="710474" cy="780275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8119364" y="7485632"/>
            <a:ext cx="2049271" cy="640863"/>
          </a:xfrm>
          <a:custGeom>
            <a:avLst/>
            <a:gdLst/>
            <a:ahLst/>
            <a:cxnLst/>
            <a:rect r="r" b="b" t="t" l="l"/>
            <a:pathLst>
              <a:path h="640863" w="2049271">
                <a:moveTo>
                  <a:pt x="0" y="0"/>
                </a:moveTo>
                <a:lnTo>
                  <a:pt x="2049272" y="0"/>
                </a:lnTo>
                <a:lnTo>
                  <a:pt x="2049272" y="640863"/>
                </a:lnTo>
                <a:lnTo>
                  <a:pt x="0" y="6408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lgDash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1227589">
            <a:off x="9252761" y="7503769"/>
            <a:ext cx="1965743" cy="2050200"/>
          </a:xfrm>
          <a:custGeom>
            <a:avLst/>
            <a:gdLst/>
            <a:ahLst/>
            <a:cxnLst/>
            <a:rect r="r" b="b" t="t" l="l"/>
            <a:pathLst>
              <a:path h="2050200" w="1965743">
                <a:moveTo>
                  <a:pt x="0" y="0"/>
                </a:moveTo>
                <a:lnTo>
                  <a:pt x="1965743" y="0"/>
                </a:lnTo>
                <a:lnTo>
                  <a:pt x="1965743" y="2050200"/>
                </a:lnTo>
                <a:lnTo>
                  <a:pt x="0" y="20502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3913" t="-10209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07829" y="589684"/>
            <a:ext cx="8272341" cy="146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Forgot password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34386" y="4871536"/>
            <a:ext cx="2569233" cy="896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6"/>
              </a:lnSpc>
              <a:spcBef>
                <a:spcPct val="0"/>
              </a:spcBef>
            </a:pPr>
            <a:r>
              <a:rPr lang="en-US" sz="2612">
                <a:solidFill>
                  <a:srgbClr val="0C1F44"/>
                </a:solidFill>
                <a:latin typeface="Lora"/>
                <a:ea typeface="Lora"/>
                <a:cs typeface="Lora"/>
                <a:sym typeface="Lora"/>
              </a:rPr>
              <a:t>enter registered email-id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14826" y="9069904"/>
            <a:ext cx="3012763" cy="76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  <a:spcBef>
                <a:spcPct val="0"/>
              </a:spcBef>
            </a:pPr>
            <a:r>
              <a:rPr lang="en-US" sz="2212">
                <a:solidFill>
                  <a:srgbClr val="0C1F44"/>
                </a:solidFill>
                <a:latin typeface="Lora"/>
                <a:ea typeface="Lora"/>
                <a:cs typeface="Lora"/>
                <a:sym typeface="Lora"/>
              </a:rPr>
              <a:t>in-case you remember your password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14583" y="2496727"/>
            <a:ext cx="11158160" cy="6988154"/>
            <a:chOff x="0" y="0"/>
            <a:chExt cx="2938775" cy="18405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38775" cy="1840501"/>
            </a:xfrm>
            <a:custGeom>
              <a:avLst/>
              <a:gdLst/>
              <a:ahLst/>
              <a:cxnLst/>
              <a:rect r="r" b="b" t="t" l="l"/>
              <a:pathLst>
                <a:path h="1840501" w="2938775">
                  <a:moveTo>
                    <a:pt x="35386" y="0"/>
                  </a:moveTo>
                  <a:lnTo>
                    <a:pt x="2903389" y="0"/>
                  </a:lnTo>
                  <a:cubicBezTo>
                    <a:pt x="2912774" y="0"/>
                    <a:pt x="2921774" y="3728"/>
                    <a:pt x="2928411" y="10364"/>
                  </a:cubicBezTo>
                  <a:cubicBezTo>
                    <a:pt x="2935047" y="17000"/>
                    <a:pt x="2938775" y="26001"/>
                    <a:pt x="2938775" y="35386"/>
                  </a:cubicBezTo>
                  <a:lnTo>
                    <a:pt x="2938775" y="1805116"/>
                  </a:lnTo>
                  <a:cubicBezTo>
                    <a:pt x="2938775" y="1814501"/>
                    <a:pt x="2935047" y="1823501"/>
                    <a:pt x="2928411" y="1830137"/>
                  </a:cubicBezTo>
                  <a:cubicBezTo>
                    <a:pt x="2921774" y="1836773"/>
                    <a:pt x="2912774" y="1840501"/>
                    <a:pt x="2903389" y="1840501"/>
                  </a:cubicBezTo>
                  <a:lnTo>
                    <a:pt x="35386" y="1840501"/>
                  </a:lnTo>
                  <a:cubicBezTo>
                    <a:pt x="26001" y="1840501"/>
                    <a:pt x="17000" y="1836773"/>
                    <a:pt x="10364" y="1830137"/>
                  </a:cubicBezTo>
                  <a:cubicBezTo>
                    <a:pt x="3728" y="1823501"/>
                    <a:pt x="0" y="1814501"/>
                    <a:pt x="0" y="1805116"/>
                  </a:cubicBezTo>
                  <a:lnTo>
                    <a:pt x="0" y="35386"/>
                  </a:lnTo>
                  <a:cubicBezTo>
                    <a:pt x="0" y="26001"/>
                    <a:pt x="3728" y="17000"/>
                    <a:pt x="10364" y="10364"/>
                  </a:cubicBezTo>
                  <a:cubicBezTo>
                    <a:pt x="17000" y="3728"/>
                    <a:pt x="26001" y="0"/>
                    <a:pt x="35386" y="0"/>
                  </a:cubicBezTo>
                  <a:close/>
                </a:path>
              </a:pathLst>
            </a:custGeom>
            <a:solidFill>
              <a:srgbClr val="0C1F44">
                <a:alpha val="7764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38775" cy="188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7022304" y="3171136"/>
            <a:ext cx="10131274" cy="5811177"/>
            <a:chOff x="0" y="0"/>
            <a:chExt cx="7981950" cy="45783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2"/>
              <a:stretch>
                <a:fillRect l="-109529" t="-102088" r="-109569" b="-8471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07829" y="589684"/>
            <a:ext cx="8272341" cy="146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Forgot password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02153" y="4239552"/>
            <a:ext cx="5989100" cy="2944667"/>
            <a:chOff x="0" y="0"/>
            <a:chExt cx="1492981" cy="7340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2981" cy="734056"/>
            </a:xfrm>
            <a:custGeom>
              <a:avLst/>
              <a:gdLst/>
              <a:ahLst/>
              <a:cxnLst/>
              <a:rect r="r" b="b" t="t" l="l"/>
              <a:pathLst>
                <a:path h="734056" w="1492981">
                  <a:moveTo>
                    <a:pt x="41365" y="0"/>
                  </a:moveTo>
                  <a:lnTo>
                    <a:pt x="1451616" y="0"/>
                  </a:lnTo>
                  <a:cubicBezTo>
                    <a:pt x="1462587" y="0"/>
                    <a:pt x="1473108" y="4358"/>
                    <a:pt x="1480866" y="12116"/>
                  </a:cubicBezTo>
                  <a:cubicBezTo>
                    <a:pt x="1488623" y="19873"/>
                    <a:pt x="1492981" y="30395"/>
                    <a:pt x="1492981" y="41365"/>
                  </a:cubicBezTo>
                  <a:lnTo>
                    <a:pt x="1492981" y="692690"/>
                  </a:lnTo>
                  <a:cubicBezTo>
                    <a:pt x="1492981" y="703661"/>
                    <a:pt x="1488623" y="714183"/>
                    <a:pt x="1480866" y="721940"/>
                  </a:cubicBezTo>
                  <a:cubicBezTo>
                    <a:pt x="1473108" y="729698"/>
                    <a:pt x="1462587" y="734056"/>
                    <a:pt x="1451616" y="734056"/>
                  </a:cubicBezTo>
                  <a:lnTo>
                    <a:pt x="41365" y="734056"/>
                  </a:lnTo>
                  <a:cubicBezTo>
                    <a:pt x="18520" y="734056"/>
                    <a:pt x="0" y="715536"/>
                    <a:pt x="0" y="692690"/>
                  </a:cubicBezTo>
                  <a:lnTo>
                    <a:pt x="0" y="41365"/>
                  </a:lnTo>
                  <a:cubicBezTo>
                    <a:pt x="0" y="30395"/>
                    <a:pt x="4358" y="19873"/>
                    <a:pt x="12116" y="12116"/>
                  </a:cubicBezTo>
                  <a:cubicBezTo>
                    <a:pt x="19873" y="4358"/>
                    <a:pt x="30395" y="0"/>
                    <a:pt x="41365" y="0"/>
                  </a:cubicBezTo>
                  <a:close/>
                </a:path>
              </a:pathLst>
            </a:custGeom>
            <a:solidFill>
              <a:srgbClr val="0C1F44">
                <a:alpha val="34902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92981" cy="781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22561" y="4470640"/>
            <a:ext cx="5348284" cy="243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6"/>
              </a:lnSpc>
              <a:spcBef>
                <a:spcPct val="0"/>
              </a:spcBef>
            </a:pPr>
            <a:r>
              <a:rPr lang="en-US" sz="23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Forgot Password page enables users to securely reset their password with ease. By entering their registered email, users receive a verification code to restore account access quickly and safely.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74777" y="2700266"/>
            <a:ext cx="7820728" cy="6444222"/>
          </a:xfrm>
          <a:custGeom>
            <a:avLst/>
            <a:gdLst/>
            <a:ahLst/>
            <a:cxnLst/>
            <a:rect r="r" b="b" t="t" l="l"/>
            <a:pathLst>
              <a:path h="6444222" w="7820728">
                <a:moveTo>
                  <a:pt x="0" y="0"/>
                </a:moveTo>
                <a:lnTo>
                  <a:pt x="7820728" y="0"/>
                </a:lnTo>
                <a:lnTo>
                  <a:pt x="7820728" y="6444223"/>
                </a:lnTo>
                <a:lnTo>
                  <a:pt x="0" y="6444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3039" t="-103636" r="-163159" b="-8730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8964606">
            <a:off x="11555552" y="5953391"/>
            <a:ext cx="2078994" cy="888297"/>
          </a:xfrm>
          <a:custGeom>
            <a:avLst/>
            <a:gdLst/>
            <a:ahLst/>
            <a:cxnLst/>
            <a:rect r="r" b="b" t="t" l="l"/>
            <a:pathLst>
              <a:path h="888297" w="2078994">
                <a:moveTo>
                  <a:pt x="2078994" y="888297"/>
                </a:moveTo>
                <a:lnTo>
                  <a:pt x="0" y="888297"/>
                </a:lnTo>
                <a:lnTo>
                  <a:pt x="0" y="0"/>
                </a:lnTo>
                <a:lnTo>
                  <a:pt x="2078994" y="0"/>
                </a:lnTo>
                <a:lnTo>
                  <a:pt x="2078994" y="88829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9452000" y="7847092"/>
            <a:ext cx="742026" cy="814926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259880" y="589684"/>
            <a:ext cx="5768239" cy="146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Verify Code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35224" y="6861282"/>
            <a:ext cx="2924266" cy="847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5"/>
              </a:lnSpc>
              <a:spcBef>
                <a:spcPct val="0"/>
              </a:spcBef>
            </a:pPr>
            <a:r>
              <a:rPr lang="en-US" sz="2432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enter the 6 digit verification code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59880" y="589684"/>
            <a:ext cx="5768239" cy="146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Verify Code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19322" y="2797183"/>
            <a:ext cx="11158160" cy="6988154"/>
            <a:chOff x="0" y="0"/>
            <a:chExt cx="2938775" cy="18405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38775" cy="1840501"/>
            </a:xfrm>
            <a:custGeom>
              <a:avLst/>
              <a:gdLst/>
              <a:ahLst/>
              <a:cxnLst/>
              <a:rect r="r" b="b" t="t" l="l"/>
              <a:pathLst>
                <a:path h="1840501" w="2938775">
                  <a:moveTo>
                    <a:pt x="35386" y="0"/>
                  </a:moveTo>
                  <a:lnTo>
                    <a:pt x="2903389" y="0"/>
                  </a:lnTo>
                  <a:cubicBezTo>
                    <a:pt x="2912774" y="0"/>
                    <a:pt x="2921774" y="3728"/>
                    <a:pt x="2928411" y="10364"/>
                  </a:cubicBezTo>
                  <a:cubicBezTo>
                    <a:pt x="2935047" y="17000"/>
                    <a:pt x="2938775" y="26001"/>
                    <a:pt x="2938775" y="35386"/>
                  </a:cubicBezTo>
                  <a:lnTo>
                    <a:pt x="2938775" y="1805116"/>
                  </a:lnTo>
                  <a:cubicBezTo>
                    <a:pt x="2938775" y="1814501"/>
                    <a:pt x="2935047" y="1823501"/>
                    <a:pt x="2928411" y="1830137"/>
                  </a:cubicBezTo>
                  <a:cubicBezTo>
                    <a:pt x="2921774" y="1836773"/>
                    <a:pt x="2912774" y="1840501"/>
                    <a:pt x="2903389" y="1840501"/>
                  </a:cubicBezTo>
                  <a:lnTo>
                    <a:pt x="35386" y="1840501"/>
                  </a:lnTo>
                  <a:cubicBezTo>
                    <a:pt x="26001" y="1840501"/>
                    <a:pt x="17000" y="1836773"/>
                    <a:pt x="10364" y="1830137"/>
                  </a:cubicBezTo>
                  <a:cubicBezTo>
                    <a:pt x="3728" y="1823501"/>
                    <a:pt x="0" y="1814501"/>
                    <a:pt x="0" y="1805116"/>
                  </a:cubicBezTo>
                  <a:lnTo>
                    <a:pt x="0" y="35386"/>
                  </a:lnTo>
                  <a:cubicBezTo>
                    <a:pt x="0" y="26001"/>
                    <a:pt x="3728" y="17000"/>
                    <a:pt x="10364" y="10364"/>
                  </a:cubicBezTo>
                  <a:cubicBezTo>
                    <a:pt x="17000" y="3728"/>
                    <a:pt x="26001" y="0"/>
                    <a:pt x="35386" y="0"/>
                  </a:cubicBezTo>
                  <a:close/>
                </a:path>
              </a:pathLst>
            </a:custGeom>
            <a:solidFill>
              <a:srgbClr val="0C1F44">
                <a:alpha val="77647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938775" cy="188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727043" y="3471592"/>
            <a:ext cx="10131274" cy="5811177"/>
            <a:chOff x="0" y="0"/>
            <a:chExt cx="7981950" cy="45783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2"/>
              <a:stretch>
                <a:fillRect l="-111807" t="-103636" r="-111898" b="-8730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762389" y="4632930"/>
            <a:ext cx="5989100" cy="2944667"/>
            <a:chOff x="0" y="0"/>
            <a:chExt cx="1492981" cy="7340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2981" cy="734056"/>
            </a:xfrm>
            <a:custGeom>
              <a:avLst/>
              <a:gdLst/>
              <a:ahLst/>
              <a:cxnLst/>
              <a:rect r="r" b="b" t="t" l="l"/>
              <a:pathLst>
                <a:path h="734056" w="1492981">
                  <a:moveTo>
                    <a:pt x="41365" y="0"/>
                  </a:moveTo>
                  <a:lnTo>
                    <a:pt x="1451616" y="0"/>
                  </a:lnTo>
                  <a:cubicBezTo>
                    <a:pt x="1462587" y="0"/>
                    <a:pt x="1473108" y="4358"/>
                    <a:pt x="1480866" y="12116"/>
                  </a:cubicBezTo>
                  <a:cubicBezTo>
                    <a:pt x="1488623" y="19873"/>
                    <a:pt x="1492981" y="30395"/>
                    <a:pt x="1492981" y="41365"/>
                  </a:cubicBezTo>
                  <a:lnTo>
                    <a:pt x="1492981" y="692690"/>
                  </a:lnTo>
                  <a:cubicBezTo>
                    <a:pt x="1492981" y="703661"/>
                    <a:pt x="1488623" y="714183"/>
                    <a:pt x="1480866" y="721940"/>
                  </a:cubicBezTo>
                  <a:cubicBezTo>
                    <a:pt x="1473108" y="729698"/>
                    <a:pt x="1462587" y="734056"/>
                    <a:pt x="1451616" y="734056"/>
                  </a:cubicBezTo>
                  <a:lnTo>
                    <a:pt x="41365" y="734056"/>
                  </a:lnTo>
                  <a:cubicBezTo>
                    <a:pt x="18520" y="734056"/>
                    <a:pt x="0" y="715536"/>
                    <a:pt x="0" y="692690"/>
                  </a:cubicBezTo>
                  <a:lnTo>
                    <a:pt x="0" y="41365"/>
                  </a:lnTo>
                  <a:cubicBezTo>
                    <a:pt x="0" y="30395"/>
                    <a:pt x="4358" y="19873"/>
                    <a:pt x="12116" y="12116"/>
                  </a:cubicBezTo>
                  <a:cubicBezTo>
                    <a:pt x="19873" y="4358"/>
                    <a:pt x="30395" y="0"/>
                    <a:pt x="41365" y="0"/>
                  </a:cubicBezTo>
                  <a:close/>
                </a:path>
              </a:pathLst>
            </a:custGeom>
            <a:solidFill>
              <a:srgbClr val="0C1F44">
                <a:alpha val="34902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92981" cy="781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082797" y="5067879"/>
            <a:ext cx="5348284" cy="2027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6"/>
              </a:lnSpc>
              <a:spcBef>
                <a:spcPct val="0"/>
              </a:spcBef>
            </a:pPr>
            <a:r>
              <a:rPr lang="en-US" sz="23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Verify Code page allows users to confirm their identity by entering the code sent to their registered email. This ensures a secure and reliable password recovery process.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83874" y="3123921"/>
            <a:ext cx="6720252" cy="5196673"/>
          </a:xfrm>
          <a:custGeom>
            <a:avLst/>
            <a:gdLst/>
            <a:ahLst/>
            <a:cxnLst/>
            <a:rect r="r" b="b" t="t" l="l"/>
            <a:pathLst>
              <a:path h="5196673" w="6720252">
                <a:moveTo>
                  <a:pt x="0" y="0"/>
                </a:moveTo>
                <a:lnTo>
                  <a:pt x="6720252" y="0"/>
                </a:lnTo>
                <a:lnTo>
                  <a:pt x="6720252" y="5196673"/>
                </a:lnTo>
                <a:lnTo>
                  <a:pt x="0" y="51966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3818" t="-91834" r="-133965" b="-7569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68846" y="732758"/>
            <a:ext cx="7550308" cy="146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Reset Password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-869980">
            <a:off x="11650047" y="5193892"/>
            <a:ext cx="2078994" cy="888297"/>
          </a:xfrm>
          <a:custGeom>
            <a:avLst/>
            <a:gdLst/>
            <a:ahLst/>
            <a:cxnLst/>
            <a:rect r="r" b="b" t="t" l="l"/>
            <a:pathLst>
              <a:path h="888297" w="2078994">
                <a:moveTo>
                  <a:pt x="0" y="888298"/>
                </a:moveTo>
                <a:lnTo>
                  <a:pt x="2078993" y="888298"/>
                </a:lnTo>
                <a:lnTo>
                  <a:pt x="2078993" y="0"/>
                </a:lnTo>
                <a:lnTo>
                  <a:pt x="0" y="0"/>
                </a:lnTo>
                <a:lnTo>
                  <a:pt x="0" y="88829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1472255">
            <a:off x="4631315" y="5884158"/>
            <a:ext cx="2078994" cy="888297"/>
          </a:xfrm>
          <a:custGeom>
            <a:avLst/>
            <a:gdLst/>
            <a:ahLst/>
            <a:cxnLst/>
            <a:rect r="r" b="b" t="t" l="l"/>
            <a:pathLst>
              <a:path h="888297" w="2078994">
                <a:moveTo>
                  <a:pt x="2078994" y="888297"/>
                </a:moveTo>
                <a:lnTo>
                  <a:pt x="0" y="888297"/>
                </a:lnTo>
                <a:lnTo>
                  <a:pt x="0" y="0"/>
                </a:lnTo>
                <a:lnTo>
                  <a:pt x="2078994" y="0"/>
                </a:lnTo>
                <a:lnTo>
                  <a:pt x="2078994" y="88829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9517831" y="7278496"/>
            <a:ext cx="717858" cy="788384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3361376" y="4900150"/>
            <a:ext cx="2569233" cy="896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6"/>
              </a:lnSpc>
              <a:spcBef>
                <a:spcPct val="0"/>
              </a:spcBef>
            </a:pPr>
            <a:r>
              <a:rPr lang="en-US" sz="2612">
                <a:solidFill>
                  <a:srgbClr val="0C1F44"/>
                </a:solidFill>
                <a:latin typeface="Lora"/>
                <a:ea typeface="Lora"/>
                <a:cs typeface="Lora"/>
                <a:sym typeface="Lora"/>
              </a:rPr>
              <a:t>enter your new password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0787" y="5095875"/>
            <a:ext cx="3155837" cy="896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6"/>
              </a:lnSpc>
              <a:spcBef>
                <a:spcPct val="0"/>
              </a:spcBef>
            </a:pPr>
            <a:r>
              <a:rPr lang="en-US" sz="2612">
                <a:solidFill>
                  <a:srgbClr val="0C1F44"/>
                </a:solidFill>
                <a:latin typeface="Lora"/>
                <a:ea typeface="Lora"/>
                <a:cs typeface="Lora"/>
                <a:sym typeface="Lora"/>
              </a:rPr>
              <a:t>re-enter to confirm your new password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22561" y="2799846"/>
            <a:ext cx="11158160" cy="6988154"/>
            <a:chOff x="0" y="0"/>
            <a:chExt cx="2938775" cy="18405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38775" cy="1840501"/>
            </a:xfrm>
            <a:custGeom>
              <a:avLst/>
              <a:gdLst/>
              <a:ahLst/>
              <a:cxnLst/>
              <a:rect r="r" b="b" t="t" l="l"/>
              <a:pathLst>
                <a:path h="1840501" w="2938775">
                  <a:moveTo>
                    <a:pt x="35386" y="0"/>
                  </a:moveTo>
                  <a:lnTo>
                    <a:pt x="2903389" y="0"/>
                  </a:lnTo>
                  <a:cubicBezTo>
                    <a:pt x="2912774" y="0"/>
                    <a:pt x="2921774" y="3728"/>
                    <a:pt x="2928411" y="10364"/>
                  </a:cubicBezTo>
                  <a:cubicBezTo>
                    <a:pt x="2935047" y="17000"/>
                    <a:pt x="2938775" y="26001"/>
                    <a:pt x="2938775" y="35386"/>
                  </a:cubicBezTo>
                  <a:lnTo>
                    <a:pt x="2938775" y="1805116"/>
                  </a:lnTo>
                  <a:cubicBezTo>
                    <a:pt x="2938775" y="1814501"/>
                    <a:pt x="2935047" y="1823501"/>
                    <a:pt x="2928411" y="1830137"/>
                  </a:cubicBezTo>
                  <a:cubicBezTo>
                    <a:pt x="2921774" y="1836773"/>
                    <a:pt x="2912774" y="1840501"/>
                    <a:pt x="2903389" y="1840501"/>
                  </a:cubicBezTo>
                  <a:lnTo>
                    <a:pt x="35386" y="1840501"/>
                  </a:lnTo>
                  <a:cubicBezTo>
                    <a:pt x="26001" y="1840501"/>
                    <a:pt x="17000" y="1836773"/>
                    <a:pt x="10364" y="1830137"/>
                  </a:cubicBezTo>
                  <a:cubicBezTo>
                    <a:pt x="3728" y="1823501"/>
                    <a:pt x="0" y="1814501"/>
                    <a:pt x="0" y="1805116"/>
                  </a:cubicBezTo>
                  <a:lnTo>
                    <a:pt x="0" y="35386"/>
                  </a:lnTo>
                  <a:cubicBezTo>
                    <a:pt x="0" y="26001"/>
                    <a:pt x="3728" y="17000"/>
                    <a:pt x="10364" y="10364"/>
                  </a:cubicBezTo>
                  <a:cubicBezTo>
                    <a:pt x="17000" y="3728"/>
                    <a:pt x="26001" y="0"/>
                    <a:pt x="35386" y="0"/>
                  </a:cubicBezTo>
                  <a:close/>
                </a:path>
              </a:pathLst>
            </a:custGeom>
            <a:solidFill>
              <a:srgbClr val="0C1F44">
                <a:alpha val="7764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938775" cy="188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030282" y="3474256"/>
            <a:ext cx="10131274" cy="5811177"/>
            <a:chOff x="0" y="0"/>
            <a:chExt cx="7981950" cy="4578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2"/>
              <a:stretch>
                <a:fillRect l="-98768" t="-91834" r="-98887" b="-75697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368846" y="732758"/>
            <a:ext cx="7550308" cy="146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Reset Password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991307" y="5040767"/>
            <a:ext cx="5989100" cy="2057608"/>
            <a:chOff x="0" y="0"/>
            <a:chExt cx="1492981" cy="5129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2981" cy="512927"/>
            </a:xfrm>
            <a:custGeom>
              <a:avLst/>
              <a:gdLst/>
              <a:ahLst/>
              <a:cxnLst/>
              <a:rect r="r" b="b" t="t" l="l"/>
              <a:pathLst>
                <a:path h="512927" w="1492981">
                  <a:moveTo>
                    <a:pt x="41365" y="0"/>
                  </a:moveTo>
                  <a:lnTo>
                    <a:pt x="1451616" y="0"/>
                  </a:lnTo>
                  <a:cubicBezTo>
                    <a:pt x="1462587" y="0"/>
                    <a:pt x="1473108" y="4358"/>
                    <a:pt x="1480866" y="12116"/>
                  </a:cubicBezTo>
                  <a:cubicBezTo>
                    <a:pt x="1488623" y="19873"/>
                    <a:pt x="1492981" y="30395"/>
                    <a:pt x="1492981" y="41365"/>
                  </a:cubicBezTo>
                  <a:lnTo>
                    <a:pt x="1492981" y="471562"/>
                  </a:lnTo>
                  <a:cubicBezTo>
                    <a:pt x="1492981" y="494407"/>
                    <a:pt x="1474462" y="512927"/>
                    <a:pt x="1451616" y="512927"/>
                  </a:cubicBezTo>
                  <a:lnTo>
                    <a:pt x="41365" y="512927"/>
                  </a:lnTo>
                  <a:cubicBezTo>
                    <a:pt x="30395" y="512927"/>
                    <a:pt x="19873" y="508569"/>
                    <a:pt x="12116" y="500811"/>
                  </a:cubicBezTo>
                  <a:cubicBezTo>
                    <a:pt x="4358" y="493054"/>
                    <a:pt x="0" y="482532"/>
                    <a:pt x="0" y="471562"/>
                  </a:cubicBezTo>
                  <a:lnTo>
                    <a:pt x="0" y="41365"/>
                  </a:lnTo>
                  <a:cubicBezTo>
                    <a:pt x="0" y="30395"/>
                    <a:pt x="4358" y="19873"/>
                    <a:pt x="12116" y="12116"/>
                  </a:cubicBezTo>
                  <a:cubicBezTo>
                    <a:pt x="19873" y="4358"/>
                    <a:pt x="30395" y="0"/>
                    <a:pt x="41365" y="0"/>
                  </a:cubicBezTo>
                  <a:close/>
                </a:path>
              </a:pathLst>
            </a:custGeom>
            <a:solidFill>
              <a:srgbClr val="0C1F44">
                <a:alpha val="34902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92981" cy="560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311715" y="5439908"/>
            <a:ext cx="5348284" cy="121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6"/>
              </a:lnSpc>
              <a:spcBef>
                <a:spcPct val="0"/>
              </a:spcBef>
            </a:pPr>
            <a:r>
              <a:rPr lang="en-US" sz="23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Reset Password page enables users to securely create a new password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2197" y="2807094"/>
            <a:ext cx="7003606" cy="6799144"/>
          </a:xfrm>
          <a:custGeom>
            <a:avLst/>
            <a:gdLst/>
            <a:ahLst/>
            <a:cxnLst/>
            <a:rect r="r" b="b" t="t" l="l"/>
            <a:pathLst>
              <a:path h="6799144" w="7003606">
                <a:moveTo>
                  <a:pt x="0" y="0"/>
                </a:moveTo>
                <a:lnTo>
                  <a:pt x="7003606" y="0"/>
                </a:lnTo>
                <a:lnTo>
                  <a:pt x="7003606" y="6799143"/>
                </a:lnTo>
                <a:lnTo>
                  <a:pt x="0" y="6799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2839" t="-62107" r="-132756" b="-497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42197" y="2807094"/>
            <a:ext cx="7003606" cy="7070489"/>
          </a:xfrm>
          <a:custGeom>
            <a:avLst/>
            <a:gdLst/>
            <a:ahLst/>
            <a:cxnLst/>
            <a:rect r="r" b="b" t="t" l="l"/>
            <a:pathLst>
              <a:path h="7070489" w="7003606">
                <a:moveTo>
                  <a:pt x="0" y="0"/>
                </a:moveTo>
                <a:lnTo>
                  <a:pt x="7003606" y="0"/>
                </a:lnTo>
                <a:lnTo>
                  <a:pt x="7003606" y="7070489"/>
                </a:lnTo>
                <a:lnTo>
                  <a:pt x="0" y="7070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2607" t="-57835" r="-133004" b="-4587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869980">
            <a:off x="11606306" y="5123974"/>
            <a:ext cx="2078994" cy="888297"/>
          </a:xfrm>
          <a:custGeom>
            <a:avLst/>
            <a:gdLst/>
            <a:ahLst/>
            <a:cxnLst/>
            <a:rect r="r" b="b" t="t" l="l"/>
            <a:pathLst>
              <a:path h="888297" w="2078994">
                <a:moveTo>
                  <a:pt x="0" y="888298"/>
                </a:moveTo>
                <a:lnTo>
                  <a:pt x="2078994" y="888298"/>
                </a:lnTo>
                <a:lnTo>
                  <a:pt x="2078994" y="0"/>
                </a:lnTo>
                <a:lnTo>
                  <a:pt x="0" y="0"/>
                </a:lnTo>
                <a:lnTo>
                  <a:pt x="0" y="88829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1472255">
            <a:off x="4602700" y="5688500"/>
            <a:ext cx="2078994" cy="888297"/>
          </a:xfrm>
          <a:custGeom>
            <a:avLst/>
            <a:gdLst/>
            <a:ahLst/>
            <a:cxnLst/>
            <a:rect r="r" b="b" t="t" l="l"/>
            <a:pathLst>
              <a:path h="888297" w="2078994">
                <a:moveTo>
                  <a:pt x="2078994" y="888297"/>
                </a:moveTo>
                <a:lnTo>
                  <a:pt x="0" y="888297"/>
                </a:lnTo>
                <a:lnTo>
                  <a:pt x="0" y="0"/>
                </a:lnTo>
                <a:lnTo>
                  <a:pt x="2078994" y="0"/>
                </a:lnTo>
                <a:lnTo>
                  <a:pt x="2078994" y="88829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9460602" y="7824720"/>
            <a:ext cx="717858" cy="788384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89585" y="589684"/>
            <a:ext cx="2708830" cy="146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Login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79228" y="4900150"/>
            <a:ext cx="2569233" cy="896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6"/>
              </a:lnSpc>
              <a:spcBef>
                <a:spcPct val="0"/>
              </a:spcBef>
            </a:pPr>
            <a:r>
              <a:rPr lang="en-US" sz="2612">
                <a:solidFill>
                  <a:srgbClr val="0C1F44"/>
                </a:solidFill>
                <a:latin typeface="Lora"/>
                <a:ea typeface="Lora"/>
                <a:cs typeface="Lora"/>
                <a:sym typeface="Lora"/>
              </a:rPr>
              <a:t>enter registered email-id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44168" y="5324773"/>
            <a:ext cx="2569233" cy="43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6"/>
              </a:lnSpc>
              <a:spcBef>
                <a:spcPct val="0"/>
              </a:spcBef>
            </a:pPr>
            <a:r>
              <a:rPr lang="en-US" sz="2612">
                <a:solidFill>
                  <a:srgbClr val="0C1F44"/>
                </a:solidFill>
                <a:latin typeface="Lora"/>
                <a:ea typeface="Lora"/>
                <a:cs typeface="Lora"/>
                <a:sym typeface="Lora"/>
              </a:rPr>
              <a:t>enter password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975761">
            <a:off x="7581464" y="-924148"/>
            <a:ext cx="14411692" cy="17015686"/>
            <a:chOff x="0" y="0"/>
            <a:chExt cx="3795672" cy="4481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5672" cy="4481497"/>
            </a:xfrm>
            <a:custGeom>
              <a:avLst/>
              <a:gdLst/>
              <a:ahLst/>
              <a:cxnLst/>
              <a:rect r="r" b="b" t="t" l="l"/>
              <a:pathLst>
                <a:path h="4481497" w="3795672">
                  <a:moveTo>
                    <a:pt x="0" y="0"/>
                  </a:moveTo>
                  <a:lnTo>
                    <a:pt x="3795672" y="0"/>
                  </a:lnTo>
                  <a:lnTo>
                    <a:pt x="3795672" y="4481497"/>
                  </a:lnTo>
                  <a:lnTo>
                    <a:pt x="0" y="4481497"/>
                  </a:lnTo>
                  <a:close/>
                </a:path>
              </a:pathLst>
            </a:custGeom>
            <a:solidFill>
              <a:srgbClr val="22698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795672" cy="4529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21924" y="2241336"/>
            <a:ext cx="15844151" cy="7654804"/>
          </a:xfrm>
          <a:custGeom>
            <a:avLst/>
            <a:gdLst/>
            <a:ahLst/>
            <a:cxnLst/>
            <a:rect r="r" b="b" t="t" l="l"/>
            <a:pathLst>
              <a:path h="7654804" w="15844151">
                <a:moveTo>
                  <a:pt x="0" y="0"/>
                </a:moveTo>
                <a:lnTo>
                  <a:pt x="15844152" y="0"/>
                </a:lnTo>
                <a:lnTo>
                  <a:pt x="15844152" y="7654804"/>
                </a:lnTo>
                <a:lnTo>
                  <a:pt x="0" y="7654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3" t="-12502" r="-1032" b="-617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289178" y="9258300"/>
            <a:ext cx="1412133" cy="637840"/>
            <a:chOff x="0" y="0"/>
            <a:chExt cx="371920" cy="1679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1920" cy="167991"/>
            </a:xfrm>
            <a:custGeom>
              <a:avLst/>
              <a:gdLst/>
              <a:ahLst/>
              <a:cxnLst/>
              <a:rect r="r" b="b" t="t" l="l"/>
              <a:pathLst>
                <a:path h="167991" w="371920">
                  <a:moveTo>
                    <a:pt x="0" y="0"/>
                  </a:moveTo>
                  <a:lnTo>
                    <a:pt x="371920" y="0"/>
                  </a:lnTo>
                  <a:lnTo>
                    <a:pt x="371920" y="167991"/>
                  </a:lnTo>
                  <a:lnTo>
                    <a:pt x="0" y="1679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71920" cy="215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423720" y="589684"/>
            <a:ext cx="5440561" cy="147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Dashbo</a:t>
            </a:r>
            <a:r>
              <a:rPr lang="en-US" b="true" sz="8474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ard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325578" y="9491376"/>
            <a:ext cx="963600" cy="404765"/>
            <a:chOff x="0" y="0"/>
            <a:chExt cx="253788" cy="1066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3788" cy="106605"/>
            </a:xfrm>
            <a:custGeom>
              <a:avLst/>
              <a:gdLst/>
              <a:ahLst/>
              <a:cxnLst/>
              <a:rect r="r" b="b" t="t" l="l"/>
              <a:pathLst>
                <a:path h="106605" w="253788">
                  <a:moveTo>
                    <a:pt x="0" y="0"/>
                  </a:moveTo>
                  <a:lnTo>
                    <a:pt x="253788" y="0"/>
                  </a:lnTo>
                  <a:lnTo>
                    <a:pt x="253788" y="106605"/>
                  </a:lnTo>
                  <a:lnTo>
                    <a:pt x="0" y="106605"/>
                  </a:lnTo>
                  <a:close/>
                </a:path>
              </a:pathLst>
            </a:custGeom>
            <a:solidFill>
              <a:srgbClr val="E0E8E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53788" cy="154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807378" y="9258300"/>
            <a:ext cx="481800" cy="404765"/>
            <a:chOff x="0" y="0"/>
            <a:chExt cx="126894" cy="1066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894" cy="106605"/>
            </a:xfrm>
            <a:custGeom>
              <a:avLst/>
              <a:gdLst/>
              <a:ahLst/>
              <a:cxnLst/>
              <a:rect r="r" b="b" t="t" l="l"/>
              <a:pathLst>
                <a:path h="106605" w="126894">
                  <a:moveTo>
                    <a:pt x="0" y="0"/>
                  </a:moveTo>
                  <a:lnTo>
                    <a:pt x="126894" y="0"/>
                  </a:lnTo>
                  <a:lnTo>
                    <a:pt x="126894" y="106605"/>
                  </a:lnTo>
                  <a:lnTo>
                    <a:pt x="0" y="106605"/>
                  </a:lnTo>
                  <a:close/>
                </a:path>
              </a:pathLst>
            </a:custGeom>
            <a:solidFill>
              <a:srgbClr val="E0E8E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26894" cy="154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975761">
            <a:off x="7581464" y="-924148"/>
            <a:ext cx="14411692" cy="17015686"/>
            <a:chOff x="0" y="0"/>
            <a:chExt cx="3795672" cy="4481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5672" cy="4481497"/>
            </a:xfrm>
            <a:custGeom>
              <a:avLst/>
              <a:gdLst/>
              <a:ahLst/>
              <a:cxnLst/>
              <a:rect r="r" b="b" t="t" l="l"/>
              <a:pathLst>
                <a:path h="4481497" w="3795672">
                  <a:moveTo>
                    <a:pt x="0" y="0"/>
                  </a:moveTo>
                  <a:lnTo>
                    <a:pt x="3795672" y="0"/>
                  </a:lnTo>
                  <a:lnTo>
                    <a:pt x="3795672" y="4481497"/>
                  </a:lnTo>
                  <a:lnTo>
                    <a:pt x="0" y="4481497"/>
                  </a:lnTo>
                  <a:close/>
                </a:path>
              </a:pathLst>
            </a:custGeom>
            <a:solidFill>
              <a:srgbClr val="22698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795672" cy="4529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254721"/>
            <a:ext cx="16278768" cy="7641419"/>
            <a:chOff x="0" y="0"/>
            <a:chExt cx="21705024" cy="10188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05024" cy="10188559"/>
            </a:xfrm>
            <a:custGeom>
              <a:avLst/>
              <a:gdLst/>
              <a:ahLst/>
              <a:cxnLst/>
              <a:rect r="r" b="b" t="t" l="l"/>
              <a:pathLst>
                <a:path h="10188559" w="21705024">
                  <a:moveTo>
                    <a:pt x="0" y="0"/>
                  </a:moveTo>
                  <a:lnTo>
                    <a:pt x="21705024" y="0"/>
                  </a:lnTo>
                  <a:lnTo>
                    <a:pt x="21705024" y="10188559"/>
                  </a:lnTo>
                  <a:lnTo>
                    <a:pt x="0" y="10188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6" t="-12691" r="0" b="-7291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17680968" y="9467706"/>
              <a:ext cx="3184677" cy="451023"/>
              <a:chOff x="0" y="0"/>
              <a:chExt cx="629072" cy="8909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29072" cy="89091"/>
              </a:xfrm>
              <a:custGeom>
                <a:avLst/>
                <a:gdLst/>
                <a:ahLst/>
                <a:cxnLst/>
                <a:rect r="r" b="b" t="t" l="l"/>
                <a:pathLst>
                  <a:path h="89091" w="629072">
                    <a:moveTo>
                      <a:pt x="32413" y="0"/>
                    </a:moveTo>
                    <a:lnTo>
                      <a:pt x="596659" y="0"/>
                    </a:lnTo>
                    <a:cubicBezTo>
                      <a:pt x="605255" y="0"/>
                      <a:pt x="613500" y="3415"/>
                      <a:pt x="619578" y="9494"/>
                    </a:cubicBezTo>
                    <a:cubicBezTo>
                      <a:pt x="625657" y="15572"/>
                      <a:pt x="629072" y="23817"/>
                      <a:pt x="629072" y="32413"/>
                    </a:cubicBezTo>
                    <a:lnTo>
                      <a:pt x="629072" y="56678"/>
                    </a:lnTo>
                    <a:cubicBezTo>
                      <a:pt x="629072" y="74579"/>
                      <a:pt x="614560" y="89091"/>
                      <a:pt x="596659" y="89091"/>
                    </a:cubicBezTo>
                    <a:lnTo>
                      <a:pt x="32413" y="89091"/>
                    </a:lnTo>
                    <a:cubicBezTo>
                      <a:pt x="23817" y="89091"/>
                      <a:pt x="15572" y="85676"/>
                      <a:pt x="9494" y="79597"/>
                    </a:cubicBezTo>
                    <a:cubicBezTo>
                      <a:pt x="3415" y="73519"/>
                      <a:pt x="0" y="65274"/>
                      <a:pt x="0" y="56678"/>
                    </a:cubicBezTo>
                    <a:lnTo>
                      <a:pt x="0" y="32413"/>
                    </a:lnTo>
                    <a:cubicBezTo>
                      <a:pt x="0" y="23817"/>
                      <a:pt x="3415" y="15572"/>
                      <a:pt x="9494" y="9494"/>
                    </a:cubicBezTo>
                    <a:cubicBezTo>
                      <a:pt x="15572" y="3415"/>
                      <a:pt x="23817" y="0"/>
                      <a:pt x="32413" y="0"/>
                    </a:cubicBezTo>
                    <a:close/>
                  </a:path>
                </a:pathLst>
              </a:custGeom>
              <a:solidFill>
                <a:srgbClr val="1F698D">
                  <a:alpha val="0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629072" cy="1367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1221924" y="2241336"/>
            <a:ext cx="15844151" cy="7654804"/>
          </a:xfrm>
          <a:custGeom>
            <a:avLst/>
            <a:gdLst/>
            <a:ahLst/>
            <a:cxnLst/>
            <a:rect r="r" b="b" t="t" l="l"/>
            <a:pathLst>
              <a:path h="7654804" w="15844151">
                <a:moveTo>
                  <a:pt x="0" y="0"/>
                </a:moveTo>
                <a:lnTo>
                  <a:pt x="15844152" y="0"/>
                </a:lnTo>
                <a:lnTo>
                  <a:pt x="15844152" y="7654804"/>
                </a:lnTo>
                <a:lnTo>
                  <a:pt x="0" y="76548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03" t="-12502" r="-1032" b="-6178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289178" y="9258300"/>
            <a:ext cx="1412133" cy="637840"/>
            <a:chOff x="0" y="0"/>
            <a:chExt cx="371920" cy="167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1920" cy="167991"/>
            </a:xfrm>
            <a:custGeom>
              <a:avLst/>
              <a:gdLst/>
              <a:ahLst/>
              <a:cxnLst/>
              <a:rect r="r" b="b" t="t" l="l"/>
              <a:pathLst>
                <a:path h="167991" w="371920">
                  <a:moveTo>
                    <a:pt x="0" y="0"/>
                  </a:moveTo>
                  <a:lnTo>
                    <a:pt x="371920" y="0"/>
                  </a:lnTo>
                  <a:lnTo>
                    <a:pt x="371920" y="167991"/>
                  </a:lnTo>
                  <a:lnTo>
                    <a:pt x="0" y="1679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71920" cy="215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325578" y="9491376"/>
            <a:ext cx="963600" cy="404765"/>
            <a:chOff x="0" y="0"/>
            <a:chExt cx="253788" cy="1066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3788" cy="106605"/>
            </a:xfrm>
            <a:custGeom>
              <a:avLst/>
              <a:gdLst/>
              <a:ahLst/>
              <a:cxnLst/>
              <a:rect r="r" b="b" t="t" l="l"/>
              <a:pathLst>
                <a:path h="106605" w="253788">
                  <a:moveTo>
                    <a:pt x="0" y="0"/>
                  </a:moveTo>
                  <a:lnTo>
                    <a:pt x="253788" y="0"/>
                  </a:lnTo>
                  <a:lnTo>
                    <a:pt x="253788" y="106605"/>
                  </a:lnTo>
                  <a:lnTo>
                    <a:pt x="0" y="106605"/>
                  </a:lnTo>
                  <a:close/>
                </a:path>
              </a:pathLst>
            </a:custGeom>
            <a:solidFill>
              <a:srgbClr val="E0E8E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53788" cy="154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807378" y="9258300"/>
            <a:ext cx="481800" cy="404765"/>
            <a:chOff x="0" y="0"/>
            <a:chExt cx="126894" cy="1066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894" cy="106605"/>
            </a:xfrm>
            <a:custGeom>
              <a:avLst/>
              <a:gdLst/>
              <a:ahLst/>
              <a:cxnLst/>
              <a:rect r="r" b="b" t="t" l="l"/>
              <a:pathLst>
                <a:path h="106605" w="126894">
                  <a:moveTo>
                    <a:pt x="0" y="0"/>
                  </a:moveTo>
                  <a:lnTo>
                    <a:pt x="126894" y="0"/>
                  </a:lnTo>
                  <a:lnTo>
                    <a:pt x="126894" y="106605"/>
                  </a:lnTo>
                  <a:lnTo>
                    <a:pt x="0" y="106605"/>
                  </a:lnTo>
                  <a:close/>
                </a:path>
              </a:pathLst>
            </a:custGeom>
            <a:solidFill>
              <a:srgbClr val="E0E8E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6894" cy="154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1924" y="2234086"/>
            <a:ext cx="15844151" cy="7662054"/>
            <a:chOff x="0" y="0"/>
            <a:chExt cx="4172945" cy="20179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72945" cy="2017990"/>
            </a:xfrm>
            <a:custGeom>
              <a:avLst/>
              <a:gdLst/>
              <a:ahLst/>
              <a:cxnLst/>
              <a:rect r="r" b="b" t="t" l="l"/>
              <a:pathLst>
                <a:path h="2017990" w="4172945">
                  <a:moveTo>
                    <a:pt x="10261" y="0"/>
                  </a:moveTo>
                  <a:lnTo>
                    <a:pt x="4162684" y="0"/>
                  </a:lnTo>
                  <a:cubicBezTo>
                    <a:pt x="4165405" y="0"/>
                    <a:pt x="4168015" y="1081"/>
                    <a:pt x="4169940" y="3005"/>
                  </a:cubicBezTo>
                  <a:cubicBezTo>
                    <a:pt x="4171864" y="4930"/>
                    <a:pt x="4172945" y="7540"/>
                    <a:pt x="4172945" y="10261"/>
                  </a:cubicBezTo>
                  <a:lnTo>
                    <a:pt x="4172945" y="2007728"/>
                  </a:lnTo>
                  <a:cubicBezTo>
                    <a:pt x="4172945" y="2010450"/>
                    <a:pt x="4171864" y="2013060"/>
                    <a:pt x="4169940" y="2014984"/>
                  </a:cubicBezTo>
                  <a:cubicBezTo>
                    <a:pt x="4168015" y="2016908"/>
                    <a:pt x="4165405" y="2017990"/>
                    <a:pt x="4162684" y="2017990"/>
                  </a:cubicBezTo>
                  <a:lnTo>
                    <a:pt x="10261" y="2017990"/>
                  </a:lnTo>
                  <a:cubicBezTo>
                    <a:pt x="7540" y="2017990"/>
                    <a:pt x="4930" y="2016908"/>
                    <a:pt x="3005" y="2014984"/>
                  </a:cubicBezTo>
                  <a:cubicBezTo>
                    <a:pt x="1081" y="2013060"/>
                    <a:pt x="0" y="2010450"/>
                    <a:pt x="0" y="2007728"/>
                  </a:cubicBezTo>
                  <a:lnTo>
                    <a:pt x="0" y="10261"/>
                  </a:lnTo>
                  <a:cubicBezTo>
                    <a:pt x="0" y="7540"/>
                    <a:pt x="1081" y="4930"/>
                    <a:pt x="3005" y="3005"/>
                  </a:cubicBezTo>
                  <a:cubicBezTo>
                    <a:pt x="4930" y="1081"/>
                    <a:pt x="7540" y="0"/>
                    <a:pt x="10261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172945" cy="2065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55784" y="4867182"/>
            <a:ext cx="4616993" cy="1984429"/>
            <a:chOff x="0" y="0"/>
            <a:chExt cx="1215998" cy="5226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15998" cy="522648"/>
            </a:xfrm>
            <a:custGeom>
              <a:avLst/>
              <a:gdLst/>
              <a:ahLst/>
              <a:cxnLst/>
              <a:rect r="r" b="b" t="t" l="l"/>
              <a:pathLst>
                <a:path h="522648" w="1215998">
                  <a:moveTo>
                    <a:pt x="35213" y="0"/>
                  </a:moveTo>
                  <a:lnTo>
                    <a:pt x="1180785" y="0"/>
                  </a:lnTo>
                  <a:cubicBezTo>
                    <a:pt x="1190124" y="0"/>
                    <a:pt x="1199081" y="3710"/>
                    <a:pt x="1205684" y="10314"/>
                  </a:cubicBezTo>
                  <a:cubicBezTo>
                    <a:pt x="1212288" y="16918"/>
                    <a:pt x="1215998" y="25874"/>
                    <a:pt x="1215998" y="35213"/>
                  </a:cubicBezTo>
                  <a:lnTo>
                    <a:pt x="1215998" y="487435"/>
                  </a:lnTo>
                  <a:cubicBezTo>
                    <a:pt x="1215998" y="506882"/>
                    <a:pt x="1200233" y="522648"/>
                    <a:pt x="1180785" y="522648"/>
                  </a:cubicBezTo>
                  <a:lnTo>
                    <a:pt x="35213" y="522648"/>
                  </a:lnTo>
                  <a:cubicBezTo>
                    <a:pt x="25874" y="522648"/>
                    <a:pt x="16918" y="518938"/>
                    <a:pt x="10314" y="512334"/>
                  </a:cubicBezTo>
                  <a:cubicBezTo>
                    <a:pt x="3710" y="505731"/>
                    <a:pt x="0" y="496774"/>
                    <a:pt x="0" y="487435"/>
                  </a:cubicBezTo>
                  <a:lnTo>
                    <a:pt x="0" y="35213"/>
                  </a:lnTo>
                  <a:cubicBezTo>
                    <a:pt x="0" y="15766"/>
                    <a:pt x="15766" y="0"/>
                    <a:pt x="35213" y="0"/>
                  </a:cubicBezTo>
                  <a:close/>
                </a:path>
              </a:pathLst>
            </a:custGeom>
            <a:solidFill>
              <a:srgbClr val="0C1F4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215998" cy="570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988868">
            <a:off x="13526855" y="6354033"/>
            <a:ext cx="1011093" cy="555182"/>
          </a:xfrm>
          <a:custGeom>
            <a:avLst/>
            <a:gdLst/>
            <a:ahLst/>
            <a:cxnLst/>
            <a:rect r="r" b="b" t="t" l="l"/>
            <a:pathLst>
              <a:path h="555182" w="1011093">
                <a:moveTo>
                  <a:pt x="0" y="0"/>
                </a:moveTo>
                <a:lnTo>
                  <a:pt x="1011093" y="0"/>
                </a:lnTo>
                <a:lnTo>
                  <a:pt x="1011093" y="555182"/>
                </a:lnTo>
                <a:lnTo>
                  <a:pt x="0" y="5551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6423720" y="589684"/>
            <a:ext cx="5440561" cy="147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Dashbo</a:t>
            </a:r>
            <a:r>
              <a:rPr lang="en-US" b="true" sz="8474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ard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36108" y="5087304"/>
            <a:ext cx="4056344" cy="152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0"/>
              </a:lnSpc>
              <a:spcBef>
                <a:spcPct val="0"/>
              </a:spcBef>
            </a:pPr>
            <a:r>
              <a:rPr lang="en-US" sz="176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"Take Test" section allows users to evaluate their health in various dimensions, providing actionable insights to achieve fitness and wellness goals.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3520887" y="3035301"/>
            <a:ext cx="4369608" cy="1717229"/>
          </a:xfrm>
          <a:custGeom>
            <a:avLst/>
            <a:gdLst/>
            <a:ahLst/>
            <a:cxnLst/>
            <a:rect r="r" b="b" t="t" l="l"/>
            <a:pathLst>
              <a:path h="1717229" w="4369608">
                <a:moveTo>
                  <a:pt x="0" y="0"/>
                </a:moveTo>
                <a:lnTo>
                  <a:pt x="4369608" y="0"/>
                </a:lnTo>
                <a:lnTo>
                  <a:pt x="4369608" y="1717228"/>
                </a:lnTo>
                <a:lnTo>
                  <a:pt x="0" y="17172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335" t="-102389" r="-214281" b="-32665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1966323">
            <a:off x="7682154" y="4479116"/>
            <a:ext cx="2078994" cy="888297"/>
          </a:xfrm>
          <a:custGeom>
            <a:avLst/>
            <a:gdLst/>
            <a:ahLst/>
            <a:cxnLst/>
            <a:rect r="r" b="b" t="t" l="l"/>
            <a:pathLst>
              <a:path h="888297" w="2078994">
                <a:moveTo>
                  <a:pt x="0" y="0"/>
                </a:moveTo>
                <a:lnTo>
                  <a:pt x="2078994" y="0"/>
                </a:lnTo>
                <a:lnTo>
                  <a:pt x="2078994" y="888298"/>
                </a:lnTo>
                <a:lnTo>
                  <a:pt x="0" y="8882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09340" y="2600611"/>
            <a:ext cx="5669320" cy="7036841"/>
          </a:xfrm>
          <a:custGeom>
            <a:avLst/>
            <a:gdLst/>
            <a:ahLst/>
            <a:cxnLst/>
            <a:rect r="r" b="b" t="t" l="l"/>
            <a:pathLst>
              <a:path h="7036841" w="5669320">
                <a:moveTo>
                  <a:pt x="0" y="0"/>
                </a:moveTo>
                <a:lnTo>
                  <a:pt x="5669320" y="0"/>
                </a:lnTo>
                <a:lnTo>
                  <a:pt x="5669320" y="7036841"/>
                </a:lnTo>
                <a:lnTo>
                  <a:pt x="0" y="70368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5255" t="-49548" r="-125803" b="-3220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2530798">
            <a:off x="11367543" y="7241943"/>
            <a:ext cx="1795135" cy="767012"/>
          </a:xfrm>
          <a:custGeom>
            <a:avLst/>
            <a:gdLst/>
            <a:ahLst/>
            <a:cxnLst/>
            <a:rect r="r" b="b" t="t" l="l"/>
            <a:pathLst>
              <a:path h="767012" w="1795135">
                <a:moveTo>
                  <a:pt x="0" y="767012"/>
                </a:moveTo>
                <a:lnTo>
                  <a:pt x="1795135" y="767012"/>
                </a:lnTo>
                <a:lnTo>
                  <a:pt x="1795135" y="0"/>
                </a:lnTo>
                <a:lnTo>
                  <a:pt x="0" y="0"/>
                </a:lnTo>
                <a:lnTo>
                  <a:pt x="0" y="7670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8387774">
            <a:off x="5164335" y="3779529"/>
            <a:ext cx="1795135" cy="767012"/>
          </a:xfrm>
          <a:custGeom>
            <a:avLst/>
            <a:gdLst/>
            <a:ahLst/>
            <a:cxnLst/>
            <a:rect r="r" b="b" t="t" l="l"/>
            <a:pathLst>
              <a:path h="767012" w="1795135">
                <a:moveTo>
                  <a:pt x="0" y="767012"/>
                </a:moveTo>
                <a:lnTo>
                  <a:pt x="1795135" y="767012"/>
                </a:lnTo>
                <a:lnTo>
                  <a:pt x="1795135" y="0"/>
                </a:lnTo>
                <a:lnTo>
                  <a:pt x="0" y="0"/>
                </a:lnTo>
                <a:lnTo>
                  <a:pt x="0" y="7670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38133" y="517908"/>
            <a:ext cx="2211735" cy="147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Quiz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36799" y="6538764"/>
            <a:ext cx="3871207" cy="895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6"/>
              </a:lnSpc>
            </a:pPr>
            <a:r>
              <a:rPr lang="en-US" sz="2612">
                <a:solidFill>
                  <a:srgbClr val="0C1F44"/>
                </a:solidFill>
                <a:latin typeface="Lora"/>
                <a:ea typeface="Lora"/>
                <a:cs typeface="Lora"/>
                <a:sym typeface="Lora"/>
              </a:rPr>
              <a:t>clean and user-friendly</a:t>
            </a:r>
          </a:p>
          <a:p>
            <a:pPr algn="ctr">
              <a:lnSpc>
                <a:spcPts val="3656"/>
              </a:lnSpc>
              <a:spcBef>
                <a:spcPct val="0"/>
              </a:spcBef>
            </a:pPr>
            <a:r>
              <a:rPr lang="en-US" sz="2612">
                <a:solidFill>
                  <a:srgbClr val="0C1F44"/>
                </a:solidFill>
                <a:latin typeface="Lora"/>
                <a:ea typeface="Lora"/>
                <a:cs typeface="Lora"/>
                <a:sym typeface="Lora"/>
              </a:rPr>
              <a:t>interface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9289" y="4625408"/>
            <a:ext cx="3155837" cy="135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6"/>
              </a:lnSpc>
              <a:spcBef>
                <a:spcPct val="0"/>
              </a:spcBef>
            </a:pPr>
            <a:r>
              <a:rPr lang="en-US" sz="2612">
                <a:solidFill>
                  <a:srgbClr val="0C1F44"/>
                </a:solidFill>
                <a:latin typeface="Lora"/>
                <a:ea typeface="Lora"/>
                <a:cs typeface="Lora"/>
                <a:sym typeface="Lora"/>
              </a:rPr>
              <a:t>Progress bar that visually tracks completion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62547" y="3241748"/>
            <a:ext cx="6430292" cy="2410816"/>
          </a:xfrm>
          <a:custGeom>
            <a:avLst/>
            <a:gdLst/>
            <a:ahLst/>
            <a:cxnLst/>
            <a:rect r="r" b="b" t="t" l="l"/>
            <a:pathLst>
              <a:path h="2410816" w="6430292">
                <a:moveTo>
                  <a:pt x="0" y="0"/>
                </a:moveTo>
                <a:lnTo>
                  <a:pt x="6430291" y="0"/>
                </a:lnTo>
                <a:lnTo>
                  <a:pt x="6430291" y="2410817"/>
                </a:lnTo>
                <a:lnTo>
                  <a:pt x="0" y="24108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0"/>
            </a:blip>
            <a:stretch>
              <a:fillRect l="-150095" t="-24364" r="-150753" b="-4770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567419" y="5908857"/>
            <a:ext cx="6499040" cy="3532990"/>
            <a:chOff x="0" y="0"/>
            <a:chExt cx="1350318" cy="7340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50318" cy="734056"/>
            </a:xfrm>
            <a:custGeom>
              <a:avLst/>
              <a:gdLst/>
              <a:ahLst/>
              <a:cxnLst/>
              <a:rect r="r" b="b" t="t" l="l"/>
              <a:pathLst>
                <a:path h="734056" w="1350318">
                  <a:moveTo>
                    <a:pt x="38120" y="0"/>
                  </a:moveTo>
                  <a:lnTo>
                    <a:pt x="1312198" y="0"/>
                  </a:lnTo>
                  <a:cubicBezTo>
                    <a:pt x="1333251" y="0"/>
                    <a:pt x="1350318" y="17067"/>
                    <a:pt x="1350318" y="38120"/>
                  </a:cubicBezTo>
                  <a:lnTo>
                    <a:pt x="1350318" y="695936"/>
                  </a:lnTo>
                  <a:cubicBezTo>
                    <a:pt x="1350318" y="716989"/>
                    <a:pt x="1333251" y="734056"/>
                    <a:pt x="1312198" y="734056"/>
                  </a:cubicBezTo>
                  <a:lnTo>
                    <a:pt x="38120" y="734056"/>
                  </a:lnTo>
                  <a:cubicBezTo>
                    <a:pt x="17067" y="734056"/>
                    <a:pt x="0" y="716989"/>
                    <a:pt x="0" y="695936"/>
                  </a:cubicBezTo>
                  <a:lnTo>
                    <a:pt x="0" y="38120"/>
                  </a:lnTo>
                  <a:cubicBezTo>
                    <a:pt x="0" y="17067"/>
                    <a:pt x="17067" y="0"/>
                    <a:pt x="38120" y="0"/>
                  </a:cubicBezTo>
                  <a:close/>
                </a:path>
              </a:pathLst>
            </a:custGeom>
            <a:solidFill>
              <a:srgbClr val="0C1F44">
                <a:alpha val="5098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50318" cy="781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-136383" y="2937236"/>
            <a:ext cx="10131274" cy="5811177"/>
            <a:chOff x="0" y="0"/>
            <a:chExt cx="7981950" cy="4578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l="-61692" t="-47330" r="-36590" b="-30884"/>
              </a:stretch>
            </a:blipFill>
          </p:spPr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6176659" y="7675352"/>
            <a:ext cx="456104" cy="500914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9762547" y="3241748"/>
            <a:ext cx="6430292" cy="2410816"/>
            <a:chOff x="0" y="0"/>
            <a:chExt cx="1693575" cy="6349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93575" cy="634947"/>
            </a:xfrm>
            <a:custGeom>
              <a:avLst/>
              <a:gdLst/>
              <a:ahLst/>
              <a:cxnLst/>
              <a:rect r="r" b="b" t="t" l="l"/>
              <a:pathLst>
                <a:path h="634947" w="1693575">
                  <a:moveTo>
                    <a:pt x="25284" y="0"/>
                  </a:moveTo>
                  <a:lnTo>
                    <a:pt x="1668291" y="0"/>
                  </a:lnTo>
                  <a:cubicBezTo>
                    <a:pt x="1674997" y="0"/>
                    <a:pt x="1681428" y="2664"/>
                    <a:pt x="1686169" y="7405"/>
                  </a:cubicBezTo>
                  <a:cubicBezTo>
                    <a:pt x="1690911" y="12147"/>
                    <a:pt x="1693575" y="18578"/>
                    <a:pt x="1693575" y="25284"/>
                  </a:cubicBezTo>
                  <a:lnTo>
                    <a:pt x="1693575" y="609664"/>
                  </a:lnTo>
                  <a:cubicBezTo>
                    <a:pt x="1693575" y="616370"/>
                    <a:pt x="1690911" y="622801"/>
                    <a:pt x="1686169" y="627542"/>
                  </a:cubicBezTo>
                  <a:cubicBezTo>
                    <a:pt x="1681428" y="632284"/>
                    <a:pt x="1674997" y="634947"/>
                    <a:pt x="1668291" y="634947"/>
                  </a:cubicBezTo>
                  <a:lnTo>
                    <a:pt x="25284" y="634947"/>
                  </a:lnTo>
                  <a:cubicBezTo>
                    <a:pt x="11320" y="634947"/>
                    <a:pt x="0" y="623628"/>
                    <a:pt x="0" y="609664"/>
                  </a:cubicBezTo>
                  <a:lnTo>
                    <a:pt x="0" y="25284"/>
                  </a:lnTo>
                  <a:cubicBezTo>
                    <a:pt x="0" y="11320"/>
                    <a:pt x="11320" y="0"/>
                    <a:pt x="25284" y="0"/>
                  </a:cubicBezTo>
                  <a:close/>
                </a:path>
              </a:pathLst>
            </a:custGeom>
            <a:solidFill>
              <a:srgbClr val="0C1F44">
                <a:alpha val="7568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693575" cy="682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true" rot="-2263143">
            <a:off x="7491182" y="5780886"/>
            <a:ext cx="2439762" cy="1042444"/>
          </a:xfrm>
          <a:custGeom>
            <a:avLst/>
            <a:gdLst/>
            <a:ahLst/>
            <a:cxnLst/>
            <a:rect r="r" b="b" t="t" l="l"/>
            <a:pathLst>
              <a:path h="1042444" w="2439762">
                <a:moveTo>
                  <a:pt x="0" y="1042444"/>
                </a:moveTo>
                <a:lnTo>
                  <a:pt x="2439762" y="1042444"/>
                </a:lnTo>
                <a:lnTo>
                  <a:pt x="2439762" y="0"/>
                </a:lnTo>
                <a:lnTo>
                  <a:pt x="0" y="0"/>
                </a:lnTo>
                <a:lnTo>
                  <a:pt x="0" y="104244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976760" y="4028145"/>
            <a:ext cx="6001865" cy="795100"/>
          </a:xfrm>
          <a:custGeom>
            <a:avLst/>
            <a:gdLst/>
            <a:ahLst/>
            <a:cxnLst/>
            <a:rect r="r" b="b" t="t" l="l"/>
            <a:pathLst>
              <a:path h="795100" w="6001865">
                <a:moveTo>
                  <a:pt x="0" y="0"/>
                </a:moveTo>
                <a:lnTo>
                  <a:pt x="6001865" y="0"/>
                </a:lnTo>
                <a:lnTo>
                  <a:pt x="6001865" y="795101"/>
                </a:lnTo>
                <a:lnTo>
                  <a:pt x="0" y="7951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9765" t="-1522054" r="-200499" b="-799331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038133" y="517908"/>
            <a:ext cx="2211735" cy="147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Quiz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51842" y="6270321"/>
            <a:ext cx="5832828" cy="2813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2"/>
              </a:lnSpc>
              <a:spcBef>
                <a:spcPct val="0"/>
              </a:spcBef>
            </a:pPr>
            <a:r>
              <a:rPr lang="en-US" sz="230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If a user tries to proceed without selecting an option, a prompt appears with the message: 'Please select an answer before proceeding.' This ensures that all questions are answered before moving forward, maintaining the integrity of the quiz.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975761">
            <a:off x="7581464" y="-924148"/>
            <a:ext cx="14411692" cy="17015686"/>
            <a:chOff x="0" y="0"/>
            <a:chExt cx="3795672" cy="4481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5672" cy="4481497"/>
            </a:xfrm>
            <a:custGeom>
              <a:avLst/>
              <a:gdLst/>
              <a:ahLst/>
              <a:cxnLst/>
              <a:rect r="r" b="b" t="t" l="l"/>
              <a:pathLst>
                <a:path h="4481497" w="3795672">
                  <a:moveTo>
                    <a:pt x="0" y="0"/>
                  </a:moveTo>
                  <a:lnTo>
                    <a:pt x="3795672" y="0"/>
                  </a:lnTo>
                  <a:lnTo>
                    <a:pt x="3795672" y="4481497"/>
                  </a:lnTo>
                  <a:lnTo>
                    <a:pt x="0" y="4481497"/>
                  </a:lnTo>
                  <a:close/>
                </a:path>
              </a:pathLst>
            </a:custGeom>
            <a:solidFill>
              <a:srgbClr val="22698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795672" cy="4529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46009" y="2234086"/>
            <a:ext cx="15844151" cy="7641419"/>
            <a:chOff x="0" y="0"/>
            <a:chExt cx="21125535" cy="10188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125535" cy="10188559"/>
            </a:xfrm>
            <a:custGeom>
              <a:avLst/>
              <a:gdLst/>
              <a:ahLst/>
              <a:cxnLst/>
              <a:rect r="r" b="b" t="t" l="l"/>
              <a:pathLst>
                <a:path h="10188559" w="21125535">
                  <a:moveTo>
                    <a:pt x="0" y="0"/>
                  </a:moveTo>
                  <a:lnTo>
                    <a:pt x="21125535" y="0"/>
                  </a:lnTo>
                  <a:lnTo>
                    <a:pt x="21125535" y="10188559"/>
                  </a:lnTo>
                  <a:lnTo>
                    <a:pt x="0" y="10188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6" t="-11018" r="0" b="-5761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17208914" y="9467706"/>
              <a:ext cx="3099651" cy="451023"/>
              <a:chOff x="0" y="0"/>
              <a:chExt cx="612277" cy="8909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12277" cy="89091"/>
              </a:xfrm>
              <a:custGeom>
                <a:avLst/>
                <a:gdLst/>
                <a:ahLst/>
                <a:cxnLst/>
                <a:rect r="r" b="b" t="t" l="l"/>
                <a:pathLst>
                  <a:path h="89091" w="612277">
                    <a:moveTo>
                      <a:pt x="33302" y="0"/>
                    </a:moveTo>
                    <a:lnTo>
                      <a:pt x="578974" y="0"/>
                    </a:lnTo>
                    <a:cubicBezTo>
                      <a:pt x="597367" y="0"/>
                      <a:pt x="612277" y="14910"/>
                      <a:pt x="612277" y="33302"/>
                    </a:cubicBezTo>
                    <a:lnTo>
                      <a:pt x="612277" y="55789"/>
                    </a:lnTo>
                    <a:cubicBezTo>
                      <a:pt x="612277" y="74181"/>
                      <a:pt x="597367" y="89091"/>
                      <a:pt x="578974" y="89091"/>
                    </a:cubicBezTo>
                    <a:lnTo>
                      <a:pt x="33302" y="89091"/>
                    </a:lnTo>
                    <a:cubicBezTo>
                      <a:pt x="14910" y="89091"/>
                      <a:pt x="0" y="74181"/>
                      <a:pt x="0" y="55789"/>
                    </a:cubicBezTo>
                    <a:lnTo>
                      <a:pt x="0" y="33302"/>
                    </a:lnTo>
                    <a:cubicBezTo>
                      <a:pt x="0" y="14910"/>
                      <a:pt x="14910" y="0"/>
                      <a:pt x="33302" y="0"/>
                    </a:cubicBezTo>
                    <a:close/>
                  </a:path>
                </a:pathLst>
              </a:custGeom>
              <a:solidFill>
                <a:srgbClr val="1F698D">
                  <a:alpha val="0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612277" cy="1367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1246009" y="2220701"/>
            <a:ext cx="15844151" cy="7654804"/>
          </a:xfrm>
          <a:custGeom>
            <a:avLst/>
            <a:gdLst/>
            <a:ahLst/>
            <a:cxnLst/>
            <a:rect r="r" b="b" t="t" l="l"/>
            <a:pathLst>
              <a:path h="7654804" w="15844151">
                <a:moveTo>
                  <a:pt x="0" y="0"/>
                </a:moveTo>
                <a:lnTo>
                  <a:pt x="15844151" y="0"/>
                </a:lnTo>
                <a:lnTo>
                  <a:pt x="15844151" y="7654804"/>
                </a:lnTo>
                <a:lnTo>
                  <a:pt x="0" y="76548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03" t="-12502" r="-1032" b="-6178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313262" y="9237665"/>
            <a:ext cx="1412133" cy="637840"/>
            <a:chOff x="0" y="0"/>
            <a:chExt cx="371920" cy="167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1920" cy="167991"/>
            </a:xfrm>
            <a:custGeom>
              <a:avLst/>
              <a:gdLst/>
              <a:ahLst/>
              <a:cxnLst/>
              <a:rect r="r" b="b" t="t" l="l"/>
              <a:pathLst>
                <a:path h="167991" w="371920">
                  <a:moveTo>
                    <a:pt x="0" y="0"/>
                  </a:moveTo>
                  <a:lnTo>
                    <a:pt x="371920" y="0"/>
                  </a:lnTo>
                  <a:lnTo>
                    <a:pt x="371920" y="167991"/>
                  </a:lnTo>
                  <a:lnTo>
                    <a:pt x="0" y="1679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71920" cy="215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349662" y="9470741"/>
            <a:ext cx="963600" cy="404765"/>
            <a:chOff x="0" y="0"/>
            <a:chExt cx="253788" cy="1066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3788" cy="106605"/>
            </a:xfrm>
            <a:custGeom>
              <a:avLst/>
              <a:gdLst/>
              <a:ahLst/>
              <a:cxnLst/>
              <a:rect r="r" b="b" t="t" l="l"/>
              <a:pathLst>
                <a:path h="106605" w="253788">
                  <a:moveTo>
                    <a:pt x="0" y="0"/>
                  </a:moveTo>
                  <a:lnTo>
                    <a:pt x="253788" y="0"/>
                  </a:lnTo>
                  <a:lnTo>
                    <a:pt x="253788" y="106605"/>
                  </a:lnTo>
                  <a:lnTo>
                    <a:pt x="0" y="106605"/>
                  </a:lnTo>
                  <a:close/>
                </a:path>
              </a:pathLst>
            </a:custGeom>
            <a:solidFill>
              <a:srgbClr val="E0E8E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53788" cy="154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831462" y="9237665"/>
            <a:ext cx="481800" cy="404765"/>
            <a:chOff x="0" y="0"/>
            <a:chExt cx="126894" cy="1066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894" cy="106605"/>
            </a:xfrm>
            <a:custGeom>
              <a:avLst/>
              <a:gdLst/>
              <a:ahLst/>
              <a:cxnLst/>
              <a:rect r="r" b="b" t="t" l="l"/>
              <a:pathLst>
                <a:path h="106605" w="126894">
                  <a:moveTo>
                    <a:pt x="0" y="0"/>
                  </a:moveTo>
                  <a:lnTo>
                    <a:pt x="126894" y="0"/>
                  </a:lnTo>
                  <a:lnTo>
                    <a:pt x="126894" y="106605"/>
                  </a:lnTo>
                  <a:lnTo>
                    <a:pt x="0" y="106605"/>
                  </a:lnTo>
                  <a:close/>
                </a:path>
              </a:pathLst>
            </a:custGeom>
            <a:solidFill>
              <a:srgbClr val="E0E8E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6894" cy="154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46009" y="2220701"/>
            <a:ext cx="15844151" cy="7675439"/>
            <a:chOff x="0" y="0"/>
            <a:chExt cx="4172945" cy="20215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72945" cy="2021515"/>
            </a:xfrm>
            <a:custGeom>
              <a:avLst/>
              <a:gdLst/>
              <a:ahLst/>
              <a:cxnLst/>
              <a:rect r="r" b="b" t="t" l="l"/>
              <a:pathLst>
                <a:path h="2021515" w="4172945">
                  <a:moveTo>
                    <a:pt x="10261" y="0"/>
                  </a:moveTo>
                  <a:lnTo>
                    <a:pt x="4162684" y="0"/>
                  </a:lnTo>
                  <a:cubicBezTo>
                    <a:pt x="4165405" y="0"/>
                    <a:pt x="4168015" y="1081"/>
                    <a:pt x="4169940" y="3005"/>
                  </a:cubicBezTo>
                  <a:cubicBezTo>
                    <a:pt x="4171864" y="4930"/>
                    <a:pt x="4172945" y="7540"/>
                    <a:pt x="4172945" y="10261"/>
                  </a:cubicBezTo>
                  <a:lnTo>
                    <a:pt x="4172945" y="2011254"/>
                  </a:lnTo>
                  <a:cubicBezTo>
                    <a:pt x="4172945" y="2013975"/>
                    <a:pt x="4171864" y="2016585"/>
                    <a:pt x="4169940" y="2018509"/>
                  </a:cubicBezTo>
                  <a:cubicBezTo>
                    <a:pt x="4168015" y="2020434"/>
                    <a:pt x="4165405" y="2021515"/>
                    <a:pt x="4162684" y="2021515"/>
                  </a:cubicBezTo>
                  <a:lnTo>
                    <a:pt x="10261" y="2021515"/>
                  </a:lnTo>
                  <a:cubicBezTo>
                    <a:pt x="7540" y="2021515"/>
                    <a:pt x="4930" y="2020434"/>
                    <a:pt x="3005" y="2018509"/>
                  </a:cubicBezTo>
                  <a:cubicBezTo>
                    <a:pt x="1081" y="2016585"/>
                    <a:pt x="0" y="2013975"/>
                    <a:pt x="0" y="2011254"/>
                  </a:cubicBezTo>
                  <a:lnTo>
                    <a:pt x="0" y="10261"/>
                  </a:lnTo>
                  <a:cubicBezTo>
                    <a:pt x="0" y="7540"/>
                    <a:pt x="1081" y="4930"/>
                    <a:pt x="3005" y="3005"/>
                  </a:cubicBezTo>
                  <a:cubicBezTo>
                    <a:pt x="4930" y="1081"/>
                    <a:pt x="7540" y="0"/>
                    <a:pt x="10261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172945" cy="2069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true" rot="-9663430">
            <a:off x="14289354" y="5995072"/>
            <a:ext cx="2078994" cy="888297"/>
          </a:xfrm>
          <a:custGeom>
            <a:avLst/>
            <a:gdLst/>
            <a:ahLst/>
            <a:cxnLst/>
            <a:rect r="r" b="b" t="t" l="l"/>
            <a:pathLst>
              <a:path h="888297" w="2078994">
                <a:moveTo>
                  <a:pt x="0" y="888297"/>
                </a:moveTo>
                <a:lnTo>
                  <a:pt x="2078994" y="888297"/>
                </a:lnTo>
                <a:lnTo>
                  <a:pt x="2078994" y="0"/>
                </a:lnTo>
                <a:lnTo>
                  <a:pt x="0" y="0"/>
                </a:lnTo>
                <a:lnTo>
                  <a:pt x="0" y="88829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792738" y="4392230"/>
            <a:ext cx="4616993" cy="1984429"/>
            <a:chOff x="0" y="0"/>
            <a:chExt cx="1215998" cy="5226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15998" cy="522648"/>
            </a:xfrm>
            <a:custGeom>
              <a:avLst/>
              <a:gdLst/>
              <a:ahLst/>
              <a:cxnLst/>
              <a:rect r="r" b="b" t="t" l="l"/>
              <a:pathLst>
                <a:path h="522648" w="1215998">
                  <a:moveTo>
                    <a:pt x="35213" y="0"/>
                  </a:moveTo>
                  <a:lnTo>
                    <a:pt x="1180785" y="0"/>
                  </a:lnTo>
                  <a:cubicBezTo>
                    <a:pt x="1190124" y="0"/>
                    <a:pt x="1199081" y="3710"/>
                    <a:pt x="1205684" y="10314"/>
                  </a:cubicBezTo>
                  <a:cubicBezTo>
                    <a:pt x="1212288" y="16918"/>
                    <a:pt x="1215998" y="25874"/>
                    <a:pt x="1215998" y="35213"/>
                  </a:cubicBezTo>
                  <a:lnTo>
                    <a:pt x="1215998" y="487435"/>
                  </a:lnTo>
                  <a:cubicBezTo>
                    <a:pt x="1215998" y="506882"/>
                    <a:pt x="1200233" y="522648"/>
                    <a:pt x="1180785" y="522648"/>
                  </a:cubicBezTo>
                  <a:lnTo>
                    <a:pt x="35213" y="522648"/>
                  </a:lnTo>
                  <a:cubicBezTo>
                    <a:pt x="25874" y="522648"/>
                    <a:pt x="16918" y="518938"/>
                    <a:pt x="10314" y="512334"/>
                  </a:cubicBezTo>
                  <a:cubicBezTo>
                    <a:pt x="3710" y="505731"/>
                    <a:pt x="0" y="496774"/>
                    <a:pt x="0" y="487435"/>
                  </a:cubicBezTo>
                  <a:lnTo>
                    <a:pt x="0" y="35213"/>
                  </a:lnTo>
                  <a:cubicBezTo>
                    <a:pt x="0" y="15766"/>
                    <a:pt x="15766" y="0"/>
                    <a:pt x="35213" y="0"/>
                  </a:cubicBezTo>
                  <a:close/>
                </a:path>
              </a:pathLst>
            </a:custGeom>
            <a:solidFill>
              <a:srgbClr val="0C1F4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215998" cy="570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3940156" y="5911262"/>
            <a:ext cx="469575" cy="636124"/>
          </a:xfrm>
          <a:custGeom>
            <a:avLst/>
            <a:gdLst/>
            <a:ahLst/>
            <a:cxnLst/>
            <a:rect r="r" b="b" t="t" l="l"/>
            <a:pathLst>
              <a:path h="636124" w="469575">
                <a:moveTo>
                  <a:pt x="0" y="0"/>
                </a:moveTo>
                <a:lnTo>
                  <a:pt x="469575" y="0"/>
                </a:lnTo>
                <a:lnTo>
                  <a:pt x="469575" y="636124"/>
                </a:lnTo>
                <a:lnTo>
                  <a:pt x="0" y="6361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16456233" y="7091987"/>
            <a:ext cx="606653" cy="666254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6423720" y="589684"/>
            <a:ext cx="5440561" cy="147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Dashbo</a:t>
            </a:r>
            <a:r>
              <a:rPr lang="en-US" b="true" sz="8474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ard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73063" y="4612352"/>
            <a:ext cx="4056344" cy="152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0"/>
              </a:lnSpc>
              <a:spcBef>
                <a:spcPct val="0"/>
              </a:spcBef>
            </a:pPr>
            <a:r>
              <a:rPr lang="en-US" sz="176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'View’ button enables users to check their quiz results instantly. Once clicked, it displays the scores of each section, giving users a clear overview of their performance."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3154047" y="6767654"/>
            <a:ext cx="14105253" cy="990586"/>
          </a:xfrm>
          <a:custGeom>
            <a:avLst/>
            <a:gdLst/>
            <a:ahLst/>
            <a:cxnLst/>
            <a:rect r="r" b="b" t="t" l="l"/>
            <a:pathLst>
              <a:path h="990586" w="14105253">
                <a:moveTo>
                  <a:pt x="0" y="0"/>
                </a:moveTo>
                <a:lnTo>
                  <a:pt x="14105253" y="0"/>
                </a:lnTo>
                <a:lnTo>
                  <a:pt x="14105253" y="990586"/>
                </a:lnTo>
                <a:lnTo>
                  <a:pt x="0" y="990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214" t="-548890" r="-341" b="-276664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69606">
            <a:off x="8175488" y="-647880"/>
            <a:ext cx="14463387" cy="17015686"/>
            <a:chOff x="0" y="0"/>
            <a:chExt cx="3809287" cy="4481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09287" cy="4481497"/>
            </a:xfrm>
            <a:custGeom>
              <a:avLst/>
              <a:gdLst/>
              <a:ahLst/>
              <a:cxnLst/>
              <a:rect r="r" b="b" t="t" l="l"/>
              <a:pathLst>
                <a:path h="4481497" w="3809287">
                  <a:moveTo>
                    <a:pt x="0" y="0"/>
                  </a:moveTo>
                  <a:lnTo>
                    <a:pt x="3809287" y="0"/>
                  </a:lnTo>
                  <a:lnTo>
                    <a:pt x="3809287" y="4481497"/>
                  </a:lnTo>
                  <a:lnTo>
                    <a:pt x="0" y="4481497"/>
                  </a:lnTo>
                  <a:close/>
                </a:path>
              </a:pathLst>
            </a:custGeom>
            <a:solidFill>
              <a:srgbClr val="22698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09287" cy="4529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3101" y="2425535"/>
            <a:ext cx="16381797" cy="7263865"/>
          </a:xfrm>
          <a:custGeom>
            <a:avLst/>
            <a:gdLst/>
            <a:ahLst/>
            <a:cxnLst/>
            <a:rect r="r" b="b" t="t" l="l"/>
            <a:pathLst>
              <a:path h="7263865" w="16381797">
                <a:moveTo>
                  <a:pt x="0" y="0"/>
                </a:moveTo>
                <a:lnTo>
                  <a:pt x="16381798" y="0"/>
                </a:lnTo>
                <a:lnTo>
                  <a:pt x="16381798" y="7263865"/>
                </a:lnTo>
                <a:lnTo>
                  <a:pt x="0" y="7263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3" t="-13130" r="-767" b="-1509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425535"/>
            <a:ext cx="16306199" cy="7263865"/>
          </a:xfrm>
          <a:custGeom>
            <a:avLst/>
            <a:gdLst/>
            <a:ahLst/>
            <a:cxnLst/>
            <a:rect r="r" b="b" t="t" l="l"/>
            <a:pathLst>
              <a:path h="7263865" w="16306199">
                <a:moveTo>
                  <a:pt x="0" y="0"/>
                </a:moveTo>
                <a:lnTo>
                  <a:pt x="16306199" y="0"/>
                </a:lnTo>
                <a:lnTo>
                  <a:pt x="16306199" y="7263865"/>
                </a:lnTo>
                <a:lnTo>
                  <a:pt x="0" y="7263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3" t="-12848" r="0" b="-1400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509370" y="589684"/>
            <a:ext cx="5269260" cy="147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View sco</a:t>
            </a:r>
            <a:r>
              <a:rPr lang="en-US" b="true" sz="8474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871492">
            <a:off x="8070556" y="-786055"/>
            <a:ext cx="14411692" cy="17015686"/>
            <a:chOff x="0" y="0"/>
            <a:chExt cx="3795672" cy="4481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5672" cy="4481497"/>
            </a:xfrm>
            <a:custGeom>
              <a:avLst/>
              <a:gdLst/>
              <a:ahLst/>
              <a:cxnLst/>
              <a:rect r="r" b="b" t="t" l="l"/>
              <a:pathLst>
                <a:path h="4481497" w="3795672">
                  <a:moveTo>
                    <a:pt x="0" y="0"/>
                  </a:moveTo>
                  <a:lnTo>
                    <a:pt x="3795672" y="0"/>
                  </a:lnTo>
                  <a:lnTo>
                    <a:pt x="3795672" y="4481497"/>
                  </a:lnTo>
                  <a:lnTo>
                    <a:pt x="0" y="4481497"/>
                  </a:lnTo>
                  <a:close/>
                </a:path>
              </a:pathLst>
            </a:custGeom>
            <a:solidFill>
              <a:srgbClr val="22698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795672" cy="4529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21447" y="2241336"/>
            <a:ext cx="16645106" cy="7211595"/>
          </a:xfrm>
          <a:custGeom>
            <a:avLst/>
            <a:gdLst/>
            <a:ahLst/>
            <a:cxnLst/>
            <a:rect r="r" b="b" t="t" l="l"/>
            <a:pathLst>
              <a:path h="7211595" w="16645106">
                <a:moveTo>
                  <a:pt x="0" y="0"/>
                </a:moveTo>
                <a:lnTo>
                  <a:pt x="16645106" y="0"/>
                </a:lnTo>
                <a:lnTo>
                  <a:pt x="16645106" y="7211596"/>
                </a:lnTo>
                <a:lnTo>
                  <a:pt x="0" y="7211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7" t="-14115" r="0" b="-1654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21447" y="2241336"/>
            <a:ext cx="16645106" cy="7211595"/>
          </a:xfrm>
          <a:custGeom>
            <a:avLst/>
            <a:gdLst/>
            <a:ahLst/>
            <a:cxnLst/>
            <a:rect r="r" b="b" t="t" l="l"/>
            <a:pathLst>
              <a:path h="7211595" w="16645106">
                <a:moveTo>
                  <a:pt x="0" y="0"/>
                </a:moveTo>
                <a:lnTo>
                  <a:pt x="16645106" y="0"/>
                </a:lnTo>
                <a:lnTo>
                  <a:pt x="16645106" y="7211596"/>
                </a:lnTo>
                <a:lnTo>
                  <a:pt x="0" y="7211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2" t="-14115" r="-254" b="-1654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1599" y="2241336"/>
            <a:ext cx="16544955" cy="7107361"/>
          </a:xfrm>
          <a:custGeom>
            <a:avLst/>
            <a:gdLst/>
            <a:ahLst/>
            <a:cxnLst/>
            <a:rect r="r" b="b" t="t" l="l"/>
            <a:pathLst>
              <a:path h="7107361" w="16544955">
                <a:moveTo>
                  <a:pt x="0" y="0"/>
                </a:moveTo>
                <a:lnTo>
                  <a:pt x="16544954" y="0"/>
                </a:lnTo>
                <a:lnTo>
                  <a:pt x="16544954" y="7107362"/>
                </a:lnTo>
                <a:lnTo>
                  <a:pt x="0" y="7107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94" t="-13677" r="0" b="-1843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947544" y="589684"/>
            <a:ext cx="6392912" cy="147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Leaderbo</a:t>
            </a:r>
            <a:r>
              <a:rPr lang="en-US" b="true" sz="8474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871492">
            <a:off x="8070556" y="-786055"/>
            <a:ext cx="14411692" cy="17015686"/>
            <a:chOff x="0" y="0"/>
            <a:chExt cx="3795672" cy="4481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5672" cy="4481497"/>
            </a:xfrm>
            <a:custGeom>
              <a:avLst/>
              <a:gdLst/>
              <a:ahLst/>
              <a:cxnLst/>
              <a:rect r="r" b="b" t="t" l="l"/>
              <a:pathLst>
                <a:path h="4481497" w="3795672">
                  <a:moveTo>
                    <a:pt x="0" y="0"/>
                  </a:moveTo>
                  <a:lnTo>
                    <a:pt x="3795672" y="0"/>
                  </a:lnTo>
                  <a:lnTo>
                    <a:pt x="3795672" y="4481497"/>
                  </a:lnTo>
                  <a:lnTo>
                    <a:pt x="0" y="4481497"/>
                  </a:lnTo>
                  <a:close/>
                </a:path>
              </a:pathLst>
            </a:custGeom>
            <a:solidFill>
              <a:srgbClr val="22698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795672" cy="4529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21447" y="2241336"/>
            <a:ext cx="16645106" cy="7211595"/>
          </a:xfrm>
          <a:custGeom>
            <a:avLst/>
            <a:gdLst/>
            <a:ahLst/>
            <a:cxnLst/>
            <a:rect r="r" b="b" t="t" l="l"/>
            <a:pathLst>
              <a:path h="7211595" w="16645106">
                <a:moveTo>
                  <a:pt x="0" y="0"/>
                </a:moveTo>
                <a:lnTo>
                  <a:pt x="16645106" y="0"/>
                </a:lnTo>
                <a:lnTo>
                  <a:pt x="16645106" y="7211596"/>
                </a:lnTo>
                <a:lnTo>
                  <a:pt x="0" y="7211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2" t="-14115" r="-254" b="-1654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1599" y="2241336"/>
            <a:ext cx="16544955" cy="7107361"/>
          </a:xfrm>
          <a:custGeom>
            <a:avLst/>
            <a:gdLst/>
            <a:ahLst/>
            <a:cxnLst/>
            <a:rect r="r" b="b" t="t" l="l"/>
            <a:pathLst>
              <a:path h="7107361" w="16544955">
                <a:moveTo>
                  <a:pt x="0" y="0"/>
                </a:moveTo>
                <a:lnTo>
                  <a:pt x="16544954" y="0"/>
                </a:lnTo>
                <a:lnTo>
                  <a:pt x="16544954" y="7107362"/>
                </a:lnTo>
                <a:lnTo>
                  <a:pt x="0" y="71073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94" t="-13677" r="0" b="-18435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21447" y="2241336"/>
            <a:ext cx="16645106" cy="7211595"/>
            <a:chOff x="0" y="0"/>
            <a:chExt cx="4383896" cy="18993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3896" cy="1899350"/>
            </a:xfrm>
            <a:custGeom>
              <a:avLst/>
              <a:gdLst/>
              <a:ahLst/>
              <a:cxnLst/>
              <a:rect r="r" b="b" t="t" l="l"/>
              <a:pathLst>
                <a:path h="1899350" w="4383896">
                  <a:moveTo>
                    <a:pt x="9767" y="0"/>
                  </a:moveTo>
                  <a:lnTo>
                    <a:pt x="4374129" y="0"/>
                  </a:lnTo>
                  <a:cubicBezTo>
                    <a:pt x="4376719" y="0"/>
                    <a:pt x="4379204" y="1029"/>
                    <a:pt x="4381036" y="2861"/>
                  </a:cubicBezTo>
                  <a:cubicBezTo>
                    <a:pt x="4382867" y="4693"/>
                    <a:pt x="4383896" y="7177"/>
                    <a:pt x="4383896" y="9767"/>
                  </a:cubicBezTo>
                  <a:lnTo>
                    <a:pt x="4383896" y="1889583"/>
                  </a:lnTo>
                  <a:cubicBezTo>
                    <a:pt x="4383896" y="1894977"/>
                    <a:pt x="4379523" y="1899350"/>
                    <a:pt x="4374129" y="1899350"/>
                  </a:cubicBezTo>
                  <a:lnTo>
                    <a:pt x="9767" y="1899350"/>
                  </a:lnTo>
                  <a:cubicBezTo>
                    <a:pt x="4373" y="1899350"/>
                    <a:pt x="0" y="1894977"/>
                    <a:pt x="0" y="1889583"/>
                  </a:cubicBezTo>
                  <a:lnTo>
                    <a:pt x="0" y="9767"/>
                  </a:lnTo>
                  <a:cubicBezTo>
                    <a:pt x="0" y="4373"/>
                    <a:pt x="4373" y="0"/>
                    <a:pt x="9767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383896" cy="1946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268014" y="5346044"/>
            <a:ext cx="13905442" cy="1331250"/>
          </a:xfrm>
          <a:custGeom>
            <a:avLst/>
            <a:gdLst/>
            <a:ahLst/>
            <a:cxnLst/>
            <a:rect r="r" b="b" t="t" l="l"/>
            <a:pathLst>
              <a:path h="1331250" w="13905442">
                <a:moveTo>
                  <a:pt x="0" y="0"/>
                </a:moveTo>
                <a:lnTo>
                  <a:pt x="13905442" y="0"/>
                </a:lnTo>
                <a:lnTo>
                  <a:pt x="13905442" y="1331250"/>
                </a:lnTo>
                <a:lnTo>
                  <a:pt x="0" y="133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51" t="-309682" r="-2412" b="-298112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947544" y="589684"/>
            <a:ext cx="6392912" cy="147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Leaderbo</a:t>
            </a:r>
            <a:r>
              <a:rPr lang="en-US" b="true" sz="8474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871492">
            <a:off x="7923800" y="-1263181"/>
            <a:ext cx="14411692" cy="17015686"/>
            <a:chOff x="0" y="0"/>
            <a:chExt cx="3795672" cy="4481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5672" cy="4481497"/>
            </a:xfrm>
            <a:custGeom>
              <a:avLst/>
              <a:gdLst/>
              <a:ahLst/>
              <a:cxnLst/>
              <a:rect r="r" b="b" t="t" l="l"/>
              <a:pathLst>
                <a:path h="4481497" w="3795672">
                  <a:moveTo>
                    <a:pt x="0" y="0"/>
                  </a:moveTo>
                  <a:lnTo>
                    <a:pt x="3795672" y="0"/>
                  </a:lnTo>
                  <a:lnTo>
                    <a:pt x="3795672" y="4481497"/>
                  </a:lnTo>
                  <a:lnTo>
                    <a:pt x="0" y="4481497"/>
                  </a:lnTo>
                  <a:close/>
                </a:path>
              </a:pathLst>
            </a:custGeom>
            <a:solidFill>
              <a:srgbClr val="22698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795672" cy="4529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66940" y="2341488"/>
            <a:ext cx="15554120" cy="7487534"/>
          </a:xfrm>
          <a:custGeom>
            <a:avLst/>
            <a:gdLst/>
            <a:ahLst/>
            <a:cxnLst/>
            <a:rect r="r" b="b" t="t" l="l"/>
            <a:pathLst>
              <a:path h="7487534" w="15554120">
                <a:moveTo>
                  <a:pt x="0" y="0"/>
                </a:moveTo>
                <a:lnTo>
                  <a:pt x="15554120" y="0"/>
                </a:lnTo>
                <a:lnTo>
                  <a:pt x="15554120" y="7487534"/>
                </a:lnTo>
                <a:lnTo>
                  <a:pt x="0" y="7487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7" t="-12174" r="0" b="-5419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66940" y="2305536"/>
            <a:ext cx="15554120" cy="7523486"/>
          </a:xfrm>
          <a:custGeom>
            <a:avLst/>
            <a:gdLst/>
            <a:ahLst/>
            <a:cxnLst/>
            <a:rect r="r" b="b" t="t" l="l"/>
            <a:pathLst>
              <a:path h="7523486" w="15554120">
                <a:moveTo>
                  <a:pt x="0" y="0"/>
                </a:moveTo>
                <a:lnTo>
                  <a:pt x="15554120" y="0"/>
                </a:lnTo>
                <a:lnTo>
                  <a:pt x="15554120" y="7523486"/>
                </a:lnTo>
                <a:lnTo>
                  <a:pt x="0" y="75234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4" t="-11580" r="0" b="-535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6940" y="2305536"/>
            <a:ext cx="15525711" cy="7523486"/>
          </a:xfrm>
          <a:custGeom>
            <a:avLst/>
            <a:gdLst/>
            <a:ahLst/>
            <a:cxnLst/>
            <a:rect r="r" b="b" t="t" l="l"/>
            <a:pathLst>
              <a:path h="7523486" w="15525711">
                <a:moveTo>
                  <a:pt x="0" y="0"/>
                </a:moveTo>
                <a:lnTo>
                  <a:pt x="15525711" y="0"/>
                </a:lnTo>
                <a:lnTo>
                  <a:pt x="15525711" y="7523486"/>
                </a:lnTo>
                <a:lnTo>
                  <a:pt x="0" y="75234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1" t="-11801" r="0" b="-472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586596" y="8890726"/>
            <a:ext cx="3086100" cy="938296"/>
            <a:chOff x="0" y="0"/>
            <a:chExt cx="812800" cy="2471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247123"/>
            </a:xfrm>
            <a:custGeom>
              <a:avLst/>
              <a:gdLst/>
              <a:ahLst/>
              <a:cxnLst/>
              <a:rect r="r" b="b" t="t" l="l"/>
              <a:pathLst>
                <a:path h="247123" w="812800">
                  <a:moveTo>
                    <a:pt x="52681" y="0"/>
                  </a:moveTo>
                  <a:lnTo>
                    <a:pt x="760119" y="0"/>
                  </a:lnTo>
                  <a:cubicBezTo>
                    <a:pt x="789214" y="0"/>
                    <a:pt x="812800" y="23586"/>
                    <a:pt x="812800" y="52681"/>
                  </a:cubicBezTo>
                  <a:lnTo>
                    <a:pt x="812800" y="194442"/>
                  </a:lnTo>
                  <a:cubicBezTo>
                    <a:pt x="812800" y="223537"/>
                    <a:pt x="789214" y="247123"/>
                    <a:pt x="760119" y="247123"/>
                  </a:cubicBezTo>
                  <a:lnTo>
                    <a:pt x="52681" y="247123"/>
                  </a:lnTo>
                  <a:cubicBezTo>
                    <a:pt x="23586" y="247123"/>
                    <a:pt x="0" y="223537"/>
                    <a:pt x="0" y="194442"/>
                  </a:cubicBezTo>
                  <a:lnTo>
                    <a:pt x="0" y="52681"/>
                  </a:lnTo>
                  <a:cubicBezTo>
                    <a:pt x="0" y="23586"/>
                    <a:pt x="23586" y="0"/>
                    <a:pt x="5268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294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85100" y="589684"/>
            <a:ext cx="3174950" cy="147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Profil</a:t>
            </a:r>
            <a:r>
              <a:rPr lang="en-US" b="true" sz="8474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e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871492">
            <a:off x="7923800" y="-1263181"/>
            <a:ext cx="14411692" cy="17015686"/>
            <a:chOff x="0" y="0"/>
            <a:chExt cx="3795672" cy="4481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5672" cy="4481497"/>
            </a:xfrm>
            <a:custGeom>
              <a:avLst/>
              <a:gdLst/>
              <a:ahLst/>
              <a:cxnLst/>
              <a:rect r="r" b="b" t="t" l="l"/>
              <a:pathLst>
                <a:path h="4481497" w="3795672">
                  <a:moveTo>
                    <a:pt x="0" y="0"/>
                  </a:moveTo>
                  <a:lnTo>
                    <a:pt x="3795672" y="0"/>
                  </a:lnTo>
                  <a:lnTo>
                    <a:pt x="3795672" y="4481497"/>
                  </a:lnTo>
                  <a:lnTo>
                    <a:pt x="0" y="4481497"/>
                  </a:lnTo>
                  <a:close/>
                </a:path>
              </a:pathLst>
            </a:custGeom>
            <a:solidFill>
              <a:srgbClr val="22698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795672" cy="4529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41664" y="2489584"/>
            <a:ext cx="14407306" cy="6999316"/>
          </a:xfrm>
          <a:custGeom>
            <a:avLst/>
            <a:gdLst/>
            <a:ahLst/>
            <a:cxnLst/>
            <a:rect r="r" b="b" t="t" l="l"/>
            <a:pathLst>
              <a:path h="6999316" w="14407306">
                <a:moveTo>
                  <a:pt x="0" y="0"/>
                </a:moveTo>
                <a:lnTo>
                  <a:pt x="14407306" y="0"/>
                </a:lnTo>
                <a:lnTo>
                  <a:pt x="14407306" y="6999316"/>
                </a:lnTo>
                <a:lnTo>
                  <a:pt x="0" y="6999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7" t="-11539" r="0" b="-4982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138085" y="8736600"/>
            <a:ext cx="3086100" cy="752299"/>
            <a:chOff x="0" y="0"/>
            <a:chExt cx="812800" cy="198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98136"/>
            </a:xfrm>
            <a:custGeom>
              <a:avLst/>
              <a:gdLst/>
              <a:ahLst/>
              <a:cxnLst/>
              <a:rect r="r" b="b" t="t" l="l"/>
              <a:pathLst>
                <a:path h="198136" w="812800">
                  <a:moveTo>
                    <a:pt x="52681" y="0"/>
                  </a:moveTo>
                  <a:lnTo>
                    <a:pt x="760119" y="0"/>
                  </a:lnTo>
                  <a:cubicBezTo>
                    <a:pt x="789214" y="0"/>
                    <a:pt x="812800" y="23586"/>
                    <a:pt x="812800" y="52681"/>
                  </a:cubicBezTo>
                  <a:lnTo>
                    <a:pt x="812800" y="145455"/>
                  </a:lnTo>
                  <a:cubicBezTo>
                    <a:pt x="812800" y="174550"/>
                    <a:pt x="789214" y="198136"/>
                    <a:pt x="760119" y="198136"/>
                  </a:cubicBezTo>
                  <a:lnTo>
                    <a:pt x="52681" y="198136"/>
                  </a:lnTo>
                  <a:cubicBezTo>
                    <a:pt x="23586" y="198136"/>
                    <a:pt x="0" y="174550"/>
                    <a:pt x="0" y="145455"/>
                  </a:cubicBezTo>
                  <a:lnTo>
                    <a:pt x="0" y="52681"/>
                  </a:lnTo>
                  <a:cubicBezTo>
                    <a:pt x="0" y="23586"/>
                    <a:pt x="23586" y="0"/>
                    <a:pt x="5268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245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941664" y="2489584"/>
            <a:ext cx="2003998" cy="6999316"/>
          </a:xfrm>
          <a:custGeom>
            <a:avLst/>
            <a:gdLst/>
            <a:ahLst/>
            <a:cxnLst/>
            <a:rect r="r" b="b" t="t" l="l"/>
            <a:pathLst>
              <a:path h="6999316" w="2003998">
                <a:moveTo>
                  <a:pt x="0" y="0"/>
                </a:moveTo>
                <a:lnTo>
                  <a:pt x="2003998" y="0"/>
                </a:lnTo>
                <a:lnTo>
                  <a:pt x="2003998" y="6999316"/>
                </a:lnTo>
                <a:lnTo>
                  <a:pt x="0" y="69993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591" t="-11569" r="-620818" b="-525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56525" y="589684"/>
            <a:ext cx="3174950" cy="147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4"/>
              </a:lnSpc>
              <a:spcBef>
                <a:spcPct val="0"/>
              </a:spcBef>
            </a:pPr>
            <a:r>
              <a:rPr lang="en-US" b="true" sz="847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Profil</a:t>
            </a:r>
            <a:r>
              <a:rPr lang="en-US" b="true" sz="8474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e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180947" y="-2624845"/>
            <a:ext cx="5926107" cy="17791308"/>
            <a:chOff x="0" y="0"/>
            <a:chExt cx="1560785" cy="4685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60785" cy="4685777"/>
            </a:xfrm>
            <a:custGeom>
              <a:avLst/>
              <a:gdLst/>
              <a:ahLst/>
              <a:cxnLst/>
              <a:rect r="r" b="b" t="t" l="l"/>
              <a:pathLst>
                <a:path h="4685777" w="1560785">
                  <a:moveTo>
                    <a:pt x="53563" y="0"/>
                  </a:moveTo>
                  <a:lnTo>
                    <a:pt x="1507223" y="0"/>
                  </a:lnTo>
                  <a:cubicBezTo>
                    <a:pt x="1521428" y="0"/>
                    <a:pt x="1535052" y="5643"/>
                    <a:pt x="1545097" y="15688"/>
                  </a:cubicBezTo>
                  <a:cubicBezTo>
                    <a:pt x="1555142" y="25733"/>
                    <a:pt x="1560785" y="39357"/>
                    <a:pt x="1560785" y="53563"/>
                  </a:cubicBezTo>
                  <a:lnTo>
                    <a:pt x="1560785" y="4632214"/>
                  </a:lnTo>
                  <a:cubicBezTo>
                    <a:pt x="1560785" y="4661796"/>
                    <a:pt x="1536804" y="4685777"/>
                    <a:pt x="1507223" y="4685777"/>
                  </a:cubicBezTo>
                  <a:lnTo>
                    <a:pt x="53563" y="4685777"/>
                  </a:lnTo>
                  <a:cubicBezTo>
                    <a:pt x="23981" y="4685777"/>
                    <a:pt x="0" y="4661796"/>
                    <a:pt x="0" y="4632214"/>
                  </a:cubicBezTo>
                  <a:lnTo>
                    <a:pt x="0" y="53563"/>
                  </a:lnTo>
                  <a:cubicBezTo>
                    <a:pt x="0" y="23981"/>
                    <a:pt x="23981" y="0"/>
                    <a:pt x="53563" y="0"/>
                  </a:cubicBezTo>
                  <a:close/>
                </a:path>
              </a:pathLst>
            </a:custGeom>
            <a:solidFill>
              <a:srgbClr val="0C1F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560785" cy="4733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032969" y="2886382"/>
            <a:ext cx="3292960" cy="4114800"/>
            <a:chOff x="0" y="0"/>
            <a:chExt cx="4390614" cy="548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90614" cy="5486400"/>
            </a:xfrm>
            <a:custGeom>
              <a:avLst/>
              <a:gdLst/>
              <a:ahLst/>
              <a:cxnLst/>
              <a:rect r="r" b="b" t="t" l="l"/>
              <a:pathLst>
                <a:path h="5486400" w="4390614">
                  <a:moveTo>
                    <a:pt x="0" y="0"/>
                  </a:moveTo>
                  <a:lnTo>
                    <a:pt x="4390614" y="0"/>
                  </a:lnTo>
                  <a:lnTo>
                    <a:pt x="439061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300219" y="5336581"/>
            <a:ext cx="3292960" cy="4114800"/>
            <a:chOff x="0" y="0"/>
            <a:chExt cx="4390614" cy="548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90614" cy="5486400"/>
            </a:xfrm>
            <a:custGeom>
              <a:avLst/>
              <a:gdLst/>
              <a:ahLst/>
              <a:cxnLst/>
              <a:rect r="r" b="b" t="t" l="l"/>
              <a:pathLst>
                <a:path h="5486400" w="4390614">
                  <a:moveTo>
                    <a:pt x="0" y="0"/>
                  </a:moveTo>
                  <a:lnTo>
                    <a:pt x="4390614" y="0"/>
                  </a:lnTo>
                  <a:lnTo>
                    <a:pt x="439061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22998" y="7176463"/>
            <a:ext cx="3292960" cy="4114800"/>
            <a:chOff x="0" y="0"/>
            <a:chExt cx="4390614" cy="548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90614" cy="5486400"/>
            </a:xfrm>
            <a:custGeom>
              <a:avLst/>
              <a:gdLst/>
              <a:ahLst/>
              <a:cxnLst/>
              <a:rect r="r" b="b" t="t" l="l"/>
              <a:pathLst>
                <a:path h="5486400" w="4390614">
                  <a:moveTo>
                    <a:pt x="0" y="0"/>
                  </a:moveTo>
                  <a:lnTo>
                    <a:pt x="4390614" y="0"/>
                  </a:lnTo>
                  <a:lnTo>
                    <a:pt x="439061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044986" y="4738469"/>
            <a:ext cx="3292960" cy="4114800"/>
            <a:chOff x="0" y="0"/>
            <a:chExt cx="4390614" cy="548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90614" cy="5486400"/>
            </a:xfrm>
            <a:custGeom>
              <a:avLst/>
              <a:gdLst/>
              <a:ahLst/>
              <a:cxnLst/>
              <a:rect r="r" b="b" t="t" l="l"/>
              <a:pathLst>
                <a:path h="5486400" w="4390614">
                  <a:moveTo>
                    <a:pt x="0" y="0"/>
                  </a:moveTo>
                  <a:lnTo>
                    <a:pt x="4390614" y="0"/>
                  </a:lnTo>
                  <a:lnTo>
                    <a:pt x="439061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946699" y="1221781"/>
            <a:ext cx="3292960" cy="4114800"/>
            <a:chOff x="0" y="0"/>
            <a:chExt cx="4390614" cy="548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90614" cy="5486400"/>
            </a:xfrm>
            <a:custGeom>
              <a:avLst/>
              <a:gdLst/>
              <a:ahLst/>
              <a:cxnLst/>
              <a:rect r="r" b="b" t="t" l="l"/>
              <a:pathLst>
                <a:path h="5486400" w="4390614">
                  <a:moveTo>
                    <a:pt x="0" y="0"/>
                  </a:moveTo>
                  <a:lnTo>
                    <a:pt x="4390614" y="0"/>
                  </a:lnTo>
                  <a:lnTo>
                    <a:pt x="439061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0" y="4201314"/>
            <a:ext cx="3292960" cy="4114800"/>
            <a:chOff x="0" y="0"/>
            <a:chExt cx="4390614" cy="548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90614" cy="5486400"/>
            </a:xfrm>
            <a:custGeom>
              <a:avLst/>
              <a:gdLst/>
              <a:ahLst/>
              <a:cxnLst/>
              <a:rect r="r" b="b" t="t" l="l"/>
              <a:pathLst>
                <a:path h="5486400" w="4390614">
                  <a:moveTo>
                    <a:pt x="0" y="0"/>
                  </a:moveTo>
                  <a:lnTo>
                    <a:pt x="4390614" y="0"/>
                  </a:lnTo>
                  <a:lnTo>
                    <a:pt x="439061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750380" y="522651"/>
            <a:ext cx="6787241" cy="130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6"/>
              </a:lnSpc>
              <a:spcBef>
                <a:spcPct val="0"/>
              </a:spcBef>
            </a:pPr>
            <a:r>
              <a:rPr lang="en-US" b="true" sz="750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Responsiveness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4149047"/>
            <a:ext cx="7040754" cy="2211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4"/>
              </a:lnSpc>
              <a:spcBef>
                <a:spcPct val="0"/>
              </a:spcBef>
            </a:pPr>
            <a:r>
              <a:rPr lang="en-US" sz="632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Seamless </a:t>
            </a:r>
            <a:r>
              <a:rPr lang="en-US" sz="632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Across </a:t>
            </a:r>
          </a:p>
          <a:p>
            <a:pPr algn="l">
              <a:lnSpc>
                <a:spcPts val="8854"/>
              </a:lnSpc>
              <a:spcBef>
                <a:spcPct val="0"/>
              </a:spcBef>
            </a:pPr>
            <a:r>
              <a:rPr lang="en-US" sz="632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All Screens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6629653"/>
            <a:ext cx="8032237" cy="1055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  <a:spcBef>
                <a:spcPct val="0"/>
              </a:spcBef>
            </a:pPr>
            <a:r>
              <a:rPr lang="en-US" sz="20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Experience effortless usability with a design that adapts perfectly to mobile, tablet, and desktop devices. Enjoy consistent functionality anywhere, anytime.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7218603">
            <a:off x="8797486" y="-2567599"/>
            <a:ext cx="7754720" cy="23883316"/>
            <a:chOff x="0" y="0"/>
            <a:chExt cx="2042395" cy="62902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2395" cy="6290256"/>
            </a:xfrm>
            <a:custGeom>
              <a:avLst/>
              <a:gdLst/>
              <a:ahLst/>
              <a:cxnLst/>
              <a:rect r="r" b="b" t="t" l="l"/>
              <a:pathLst>
                <a:path h="6290256" w="2042395">
                  <a:moveTo>
                    <a:pt x="40932" y="0"/>
                  </a:moveTo>
                  <a:lnTo>
                    <a:pt x="2001463" y="0"/>
                  </a:lnTo>
                  <a:cubicBezTo>
                    <a:pt x="2012319" y="0"/>
                    <a:pt x="2022730" y="4313"/>
                    <a:pt x="2030407" y="11989"/>
                  </a:cubicBezTo>
                  <a:cubicBezTo>
                    <a:pt x="2038083" y="19665"/>
                    <a:pt x="2042395" y="30076"/>
                    <a:pt x="2042395" y="40932"/>
                  </a:cubicBezTo>
                  <a:lnTo>
                    <a:pt x="2042395" y="6249324"/>
                  </a:lnTo>
                  <a:cubicBezTo>
                    <a:pt x="2042395" y="6260180"/>
                    <a:pt x="2038083" y="6270591"/>
                    <a:pt x="2030407" y="6278267"/>
                  </a:cubicBezTo>
                  <a:cubicBezTo>
                    <a:pt x="2022730" y="6285943"/>
                    <a:pt x="2012319" y="6290256"/>
                    <a:pt x="2001463" y="6290256"/>
                  </a:cubicBezTo>
                  <a:lnTo>
                    <a:pt x="40932" y="6290256"/>
                  </a:lnTo>
                  <a:cubicBezTo>
                    <a:pt x="30076" y="6290256"/>
                    <a:pt x="19665" y="6285943"/>
                    <a:pt x="11989" y="6278267"/>
                  </a:cubicBezTo>
                  <a:cubicBezTo>
                    <a:pt x="4313" y="6270591"/>
                    <a:pt x="0" y="6260180"/>
                    <a:pt x="0" y="6249324"/>
                  </a:cubicBezTo>
                  <a:lnTo>
                    <a:pt x="0" y="40932"/>
                  </a:lnTo>
                  <a:cubicBezTo>
                    <a:pt x="0" y="30076"/>
                    <a:pt x="4313" y="19665"/>
                    <a:pt x="11989" y="11989"/>
                  </a:cubicBezTo>
                  <a:cubicBezTo>
                    <a:pt x="19665" y="4313"/>
                    <a:pt x="30076" y="0"/>
                    <a:pt x="40932" y="0"/>
                  </a:cubicBezTo>
                  <a:close/>
                </a:path>
              </a:pathLst>
            </a:custGeom>
            <a:solidFill>
              <a:srgbClr val="0C1F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42395" cy="6337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032969" y="2886382"/>
            <a:ext cx="3292960" cy="4114800"/>
            <a:chOff x="0" y="0"/>
            <a:chExt cx="4390614" cy="548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90614" cy="5486400"/>
            </a:xfrm>
            <a:custGeom>
              <a:avLst/>
              <a:gdLst/>
              <a:ahLst/>
              <a:cxnLst/>
              <a:rect r="r" b="b" t="t" l="l"/>
              <a:pathLst>
                <a:path h="5486400" w="4390614">
                  <a:moveTo>
                    <a:pt x="0" y="0"/>
                  </a:moveTo>
                  <a:lnTo>
                    <a:pt x="4390614" y="0"/>
                  </a:lnTo>
                  <a:lnTo>
                    <a:pt x="439061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46699" y="1250356"/>
            <a:ext cx="3292960" cy="4114800"/>
            <a:chOff x="0" y="0"/>
            <a:chExt cx="4390614" cy="548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90614" cy="5486400"/>
            </a:xfrm>
            <a:custGeom>
              <a:avLst/>
              <a:gdLst/>
              <a:ahLst/>
              <a:cxnLst/>
              <a:rect r="r" b="b" t="t" l="l"/>
              <a:pathLst>
                <a:path h="5486400" w="4390614">
                  <a:moveTo>
                    <a:pt x="0" y="0"/>
                  </a:moveTo>
                  <a:lnTo>
                    <a:pt x="4390614" y="0"/>
                  </a:lnTo>
                  <a:lnTo>
                    <a:pt x="439061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300219" y="5336581"/>
            <a:ext cx="3292960" cy="4114800"/>
            <a:chOff x="0" y="0"/>
            <a:chExt cx="4390614" cy="548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90614" cy="5486400"/>
            </a:xfrm>
            <a:custGeom>
              <a:avLst/>
              <a:gdLst/>
              <a:ahLst/>
              <a:cxnLst/>
              <a:rect r="r" b="b" t="t" l="l"/>
              <a:pathLst>
                <a:path h="5486400" w="4390614">
                  <a:moveTo>
                    <a:pt x="0" y="0"/>
                  </a:moveTo>
                  <a:lnTo>
                    <a:pt x="4390614" y="0"/>
                  </a:lnTo>
                  <a:lnTo>
                    <a:pt x="439061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22998" y="7176463"/>
            <a:ext cx="3292960" cy="4114800"/>
            <a:chOff x="0" y="0"/>
            <a:chExt cx="4390614" cy="548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90614" cy="5486400"/>
            </a:xfrm>
            <a:custGeom>
              <a:avLst/>
              <a:gdLst/>
              <a:ahLst/>
              <a:cxnLst/>
              <a:rect r="r" b="b" t="t" l="l"/>
              <a:pathLst>
                <a:path h="5486400" w="4390614">
                  <a:moveTo>
                    <a:pt x="0" y="0"/>
                  </a:moveTo>
                  <a:lnTo>
                    <a:pt x="4390614" y="0"/>
                  </a:lnTo>
                  <a:lnTo>
                    <a:pt x="439061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044986" y="4738469"/>
            <a:ext cx="3292960" cy="4114800"/>
            <a:chOff x="0" y="0"/>
            <a:chExt cx="4390614" cy="548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90614" cy="5486400"/>
            </a:xfrm>
            <a:custGeom>
              <a:avLst/>
              <a:gdLst/>
              <a:ahLst/>
              <a:cxnLst/>
              <a:rect r="r" b="b" t="t" l="l"/>
              <a:pathLst>
                <a:path h="5486400" w="4390614">
                  <a:moveTo>
                    <a:pt x="0" y="0"/>
                  </a:moveTo>
                  <a:lnTo>
                    <a:pt x="4390614" y="0"/>
                  </a:lnTo>
                  <a:lnTo>
                    <a:pt x="439061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946699" y="1221781"/>
            <a:ext cx="3292960" cy="4114800"/>
            <a:chOff x="0" y="0"/>
            <a:chExt cx="4390614" cy="548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90614" cy="5486400"/>
            </a:xfrm>
            <a:custGeom>
              <a:avLst/>
              <a:gdLst/>
              <a:ahLst/>
              <a:cxnLst/>
              <a:rect r="r" b="b" t="t" l="l"/>
              <a:pathLst>
                <a:path h="5486400" w="4390614">
                  <a:moveTo>
                    <a:pt x="0" y="0"/>
                  </a:moveTo>
                  <a:lnTo>
                    <a:pt x="4390614" y="0"/>
                  </a:lnTo>
                  <a:lnTo>
                    <a:pt x="439061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0" y="4201314"/>
            <a:ext cx="3292960" cy="4114800"/>
            <a:chOff x="0" y="0"/>
            <a:chExt cx="4390614" cy="548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90614" cy="5486400"/>
            </a:xfrm>
            <a:custGeom>
              <a:avLst/>
              <a:gdLst/>
              <a:ahLst/>
              <a:cxnLst/>
              <a:rect r="r" b="b" t="t" l="l"/>
              <a:pathLst>
                <a:path h="5486400" w="4390614">
                  <a:moveTo>
                    <a:pt x="0" y="0"/>
                  </a:moveTo>
                  <a:lnTo>
                    <a:pt x="4390614" y="0"/>
                  </a:lnTo>
                  <a:lnTo>
                    <a:pt x="439061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09011" y="3033628"/>
            <a:ext cx="9381360" cy="1910154"/>
            <a:chOff x="0" y="0"/>
            <a:chExt cx="2470811" cy="50308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70811" cy="503086"/>
            </a:xfrm>
            <a:custGeom>
              <a:avLst/>
              <a:gdLst/>
              <a:ahLst/>
              <a:cxnLst/>
              <a:rect r="r" b="b" t="t" l="l"/>
              <a:pathLst>
                <a:path h="503086" w="2470811">
                  <a:moveTo>
                    <a:pt x="13204" y="0"/>
                  </a:moveTo>
                  <a:lnTo>
                    <a:pt x="2457607" y="0"/>
                  </a:lnTo>
                  <a:cubicBezTo>
                    <a:pt x="2464899" y="0"/>
                    <a:pt x="2470811" y="5912"/>
                    <a:pt x="2470811" y="13204"/>
                  </a:cubicBezTo>
                  <a:lnTo>
                    <a:pt x="2470811" y="489882"/>
                  </a:lnTo>
                  <a:cubicBezTo>
                    <a:pt x="2470811" y="497174"/>
                    <a:pt x="2464899" y="503086"/>
                    <a:pt x="2457607" y="503086"/>
                  </a:cubicBezTo>
                  <a:lnTo>
                    <a:pt x="13204" y="503086"/>
                  </a:lnTo>
                  <a:cubicBezTo>
                    <a:pt x="5912" y="503086"/>
                    <a:pt x="0" y="497174"/>
                    <a:pt x="0" y="489882"/>
                  </a:cubicBezTo>
                  <a:lnTo>
                    <a:pt x="0" y="13204"/>
                  </a:lnTo>
                  <a:cubicBezTo>
                    <a:pt x="0" y="5912"/>
                    <a:pt x="5912" y="0"/>
                    <a:pt x="13204" y="0"/>
                  </a:cubicBezTo>
                  <a:close/>
                </a:path>
              </a:pathLst>
            </a:custGeom>
            <a:solidFill>
              <a:srgbClr val="0C1F44">
                <a:alpha val="73725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470811" cy="55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750380" y="522651"/>
            <a:ext cx="6787241" cy="130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6"/>
              </a:lnSpc>
              <a:spcBef>
                <a:spcPct val="0"/>
              </a:spcBef>
            </a:pPr>
            <a:r>
              <a:rPr lang="en-US" b="true" sz="750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Responsiveness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7307" y="3347547"/>
            <a:ext cx="9329264" cy="1225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6"/>
              </a:lnSpc>
              <a:spcBef>
                <a:spcPct val="0"/>
              </a:spcBef>
            </a:pPr>
            <a:r>
              <a:rPr lang="en-US" sz="236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responsive design ensures that the platform adapts smoothly to different screen sizes, providing an optimal user experience across desktops, tablets, and mobile devices.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300219" y="5336581"/>
            <a:ext cx="3292960" cy="4114800"/>
            <a:chOff x="0" y="0"/>
            <a:chExt cx="4390614" cy="548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90614" cy="5486400"/>
            </a:xfrm>
            <a:custGeom>
              <a:avLst/>
              <a:gdLst/>
              <a:ahLst/>
              <a:cxnLst/>
              <a:rect r="r" b="b" t="t" l="l"/>
              <a:pathLst>
                <a:path h="5486400" w="4390614">
                  <a:moveTo>
                    <a:pt x="0" y="0"/>
                  </a:moveTo>
                  <a:lnTo>
                    <a:pt x="4390614" y="0"/>
                  </a:lnTo>
                  <a:lnTo>
                    <a:pt x="439061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222998" y="7200900"/>
            <a:ext cx="3292960" cy="4114800"/>
            <a:chOff x="0" y="0"/>
            <a:chExt cx="4390614" cy="548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90614" cy="5486400"/>
            </a:xfrm>
            <a:custGeom>
              <a:avLst/>
              <a:gdLst/>
              <a:ahLst/>
              <a:cxnLst/>
              <a:rect r="r" b="b" t="t" l="l"/>
              <a:pathLst>
                <a:path h="5486400" w="4390614">
                  <a:moveTo>
                    <a:pt x="0" y="0"/>
                  </a:moveTo>
                  <a:lnTo>
                    <a:pt x="4390614" y="0"/>
                  </a:lnTo>
                  <a:lnTo>
                    <a:pt x="439061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83541" y="2899558"/>
            <a:ext cx="4131292" cy="5162359"/>
            <a:chOff x="0" y="0"/>
            <a:chExt cx="5508390" cy="68831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08390" cy="6883145"/>
            </a:xfrm>
            <a:custGeom>
              <a:avLst/>
              <a:gdLst/>
              <a:ahLst/>
              <a:cxnLst/>
              <a:rect r="r" b="b" t="t" l="l"/>
              <a:pathLst>
                <a:path h="6883145" w="5508390">
                  <a:moveTo>
                    <a:pt x="0" y="0"/>
                  </a:moveTo>
                  <a:lnTo>
                    <a:pt x="5508390" y="0"/>
                  </a:lnTo>
                  <a:lnTo>
                    <a:pt x="5508390" y="6883145"/>
                  </a:lnTo>
                  <a:lnTo>
                    <a:pt x="0" y="6883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376611" y="2173990"/>
            <a:ext cx="3730170" cy="7482047"/>
            <a:chOff x="0" y="0"/>
            <a:chExt cx="4973561" cy="99760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73561" cy="9976063"/>
            </a:xfrm>
            <a:custGeom>
              <a:avLst/>
              <a:gdLst/>
              <a:ahLst/>
              <a:cxnLst/>
              <a:rect r="r" b="b" t="t" l="l"/>
              <a:pathLst>
                <a:path h="9976063" w="4973561">
                  <a:moveTo>
                    <a:pt x="0" y="0"/>
                  </a:moveTo>
                  <a:lnTo>
                    <a:pt x="4973561" y="0"/>
                  </a:lnTo>
                  <a:lnTo>
                    <a:pt x="4973561" y="9976063"/>
                  </a:lnTo>
                  <a:lnTo>
                    <a:pt x="0" y="9976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399078" y="6335597"/>
            <a:ext cx="6888922" cy="3951403"/>
            <a:chOff x="0" y="0"/>
            <a:chExt cx="7981950" cy="4578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4"/>
              <a:stretch>
                <a:fillRect l="-98768" t="-91834" r="-98887" b="-75697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750380" y="522651"/>
            <a:ext cx="6787241" cy="130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6"/>
              </a:lnSpc>
              <a:spcBef>
                <a:spcPct val="0"/>
              </a:spcBef>
            </a:pPr>
            <a:r>
              <a:rPr lang="en-US" b="true" sz="750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Responsiveness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55161" y="3570583"/>
            <a:ext cx="7607242" cy="3698580"/>
            <a:chOff x="0" y="0"/>
            <a:chExt cx="2003553" cy="9741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03553" cy="974112"/>
            </a:xfrm>
            <a:custGeom>
              <a:avLst/>
              <a:gdLst/>
              <a:ahLst/>
              <a:cxnLst/>
              <a:rect r="r" b="b" t="t" l="l"/>
              <a:pathLst>
                <a:path h="974112" w="2003553">
                  <a:moveTo>
                    <a:pt x="15266" y="0"/>
                  </a:moveTo>
                  <a:lnTo>
                    <a:pt x="1988288" y="0"/>
                  </a:lnTo>
                  <a:cubicBezTo>
                    <a:pt x="1992336" y="0"/>
                    <a:pt x="1996219" y="1608"/>
                    <a:pt x="1999082" y="4471"/>
                  </a:cubicBezTo>
                  <a:cubicBezTo>
                    <a:pt x="2001945" y="7334"/>
                    <a:pt x="2003553" y="11217"/>
                    <a:pt x="2003553" y="15266"/>
                  </a:cubicBezTo>
                  <a:lnTo>
                    <a:pt x="2003553" y="958846"/>
                  </a:lnTo>
                  <a:cubicBezTo>
                    <a:pt x="2003553" y="967277"/>
                    <a:pt x="1996719" y="974112"/>
                    <a:pt x="1988288" y="974112"/>
                  </a:cubicBezTo>
                  <a:lnTo>
                    <a:pt x="15266" y="974112"/>
                  </a:lnTo>
                  <a:cubicBezTo>
                    <a:pt x="11217" y="974112"/>
                    <a:pt x="7334" y="972503"/>
                    <a:pt x="4471" y="969641"/>
                  </a:cubicBezTo>
                  <a:cubicBezTo>
                    <a:pt x="1608" y="966778"/>
                    <a:pt x="0" y="962895"/>
                    <a:pt x="0" y="958846"/>
                  </a:cubicBezTo>
                  <a:lnTo>
                    <a:pt x="0" y="15266"/>
                  </a:lnTo>
                  <a:cubicBezTo>
                    <a:pt x="0" y="11217"/>
                    <a:pt x="1608" y="7334"/>
                    <a:pt x="4471" y="4471"/>
                  </a:cubicBezTo>
                  <a:cubicBezTo>
                    <a:pt x="7334" y="1608"/>
                    <a:pt x="11217" y="0"/>
                    <a:pt x="15266" y="0"/>
                  </a:cubicBezTo>
                  <a:close/>
                </a:path>
              </a:pathLst>
            </a:custGeom>
            <a:solidFill>
              <a:srgbClr val="FFFFFF">
                <a:alpha val="37647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003553" cy="1021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3768967"/>
            <a:ext cx="7306709" cy="329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7"/>
              </a:lnSpc>
              <a:spcBef>
                <a:spcPct val="0"/>
              </a:spcBef>
            </a:pPr>
            <a:r>
              <a:rPr lang="en-US" sz="6255">
                <a:solidFill>
                  <a:srgbClr val="0C1F4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HealthGuard Pro, Built for Every Screen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365559">
            <a:off x="8009645" y="-1234567"/>
            <a:ext cx="14411692" cy="17015686"/>
            <a:chOff x="0" y="0"/>
            <a:chExt cx="3795672" cy="4481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5672" cy="4481497"/>
            </a:xfrm>
            <a:custGeom>
              <a:avLst/>
              <a:gdLst/>
              <a:ahLst/>
              <a:cxnLst/>
              <a:rect r="r" b="b" t="t" l="l"/>
              <a:pathLst>
                <a:path h="4481497" w="3795672">
                  <a:moveTo>
                    <a:pt x="0" y="0"/>
                  </a:moveTo>
                  <a:lnTo>
                    <a:pt x="3795672" y="0"/>
                  </a:lnTo>
                  <a:lnTo>
                    <a:pt x="3795672" y="4481497"/>
                  </a:lnTo>
                  <a:lnTo>
                    <a:pt x="0" y="4481497"/>
                  </a:lnTo>
                  <a:close/>
                </a:path>
              </a:pathLst>
            </a:custGeom>
            <a:solidFill>
              <a:srgbClr val="0C1F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795672" cy="4529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7192" y="2475543"/>
            <a:ext cx="15853617" cy="6782757"/>
          </a:xfrm>
          <a:custGeom>
            <a:avLst/>
            <a:gdLst/>
            <a:ahLst/>
            <a:cxnLst/>
            <a:rect r="r" b="b" t="t" l="l"/>
            <a:pathLst>
              <a:path h="6782757" w="15853617">
                <a:moveTo>
                  <a:pt x="0" y="0"/>
                </a:moveTo>
                <a:lnTo>
                  <a:pt x="15853616" y="0"/>
                </a:lnTo>
                <a:lnTo>
                  <a:pt x="15853616" y="6782757"/>
                </a:lnTo>
                <a:lnTo>
                  <a:pt x="0" y="67827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420" r="-784" b="-1908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71147" y="522651"/>
            <a:ext cx="3745706" cy="1314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6"/>
              </a:lnSpc>
              <a:spcBef>
                <a:spcPct val="0"/>
              </a:spcBef>
            </a:pPr>
            <a:r>
              <a:rPr lang="en-US" b="true" sz="750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Backe</a:t>
            </a:r>
            <a:r>
              <a:rPr lang="en-US" b="true" sz="7504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04999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47977" y="819150"/>
            <a:ext cx="5792046" cy="172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36"/>
              </a:lnSpc>
              <a:spcBef>
                <a:spcPct val="0"/>
              </a:spcBef>
            </a:pPr>
            <a:r>
              <a:rPr lang="en-US" b="true" sz="9954">
                <a:solidFill>
                  <a:srgbClr val="0C1F4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Our Team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108214" y="4575480"/>
            <a:ext cx="6071573" cy="945572"/>
            <a:chOff x="0" y="0"/>
            <a:chExt cx="8095430" cy="126076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8095430" cy="1260763"/>
              <a:chOff x="0" y="0"/>
              <a:chExt cx="1599097" cy="24904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599097" cy="249040"/>
              </a:xfrm>
              <a:custGeom>
                <a:avLst/>
                <a:gdLst/>
                <a:ahLst/>
                <a:cxnLst/>
                <a:rect r="r" b="b" t="t" l="l"/>
                <a:pathLst>
                  <a:path h="249040" w="1599097">
                    <a:moveTo>
                      <a:pt x="65031" y="0"/>
                    </a:moveTo>
                    <a:lnTo>
                      <a:pt x="1534067" y="0"/>
                    </a:lnTo>
                    <a:cubicBezTo>
                      <a:pt x="1551314" y="0"/>
                      <a:pt x="1567855" y="6851"/>
                      <a:pt x="1580050" y="19047"/>
                    </a:cubicBezTo>
                    <a:cubicBezTo>
                      <a:pt x="1592246" y="31243"/>
                      <a:pt x="1599097" y="47783"/>
                      <a:pt x="1599097" y="65031"/>
                    </a:cubicBezTo>
                    <a:lnTo>
                      <a:pt x="1599097" y="184009"/>
                    </a:lnTo>
                    <a:cubicBezTo>
                      <a:pt x="1599097" y="219924"/>
                      <a:pt x="1569982" y="249040"/>
                      <a:pt x="1534067" y="249040"/>
                    </a:cubicBezTo>
                    <a:lnTo>
                      <a:pt x="65031" y="249040"/>
                    </a:lnTo>
                    <a:cubicBezTo>
                      <a:pt x="47783" y="249040"/>
                      <a:pt x="31243" y="242188"/>
                      <a:pt x="19047" y="229993"/>
                    </a:cubicBezTo>
                    <a:cubicBezTo>
                      <a:pt x="6851" y="217797"/>
                      <a:pt x="0" y="201256"/>
                      <a:pt x="0" y="184009"/>
                    </a:cubicBezTo>
                    <a:lnTo>
                      <a:pt x="0" y="65031"/>
                    </a:lnTo>
                    <a:cubicBezTo>
                      <a:pt x="0" y="47783"/>
                      <a:pt x="6851" y="31243"/>
                      <a:pt x="19047" y="19047"/>
                    </a:cubicBezTo>
                    <a:cubicBezTo>
                      <a:pt x="31243" y="6851"/>
                      <a:pt x="47783" y="0"/>
                      <a:pt x="65031" y="0"/>
                    </a:cubicBezTo>
                    <a:close/>
                  </a:path>
                </a:pathLst>
              </a:custGeom>
              <a:solidFill>
                <a:srgbClr val="0C1F44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1599097" cy="2966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741236" y="194420"/>
              <a:ext cx="6612958" cy="795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55"/>
                </a:lnSpc>
                <a:spcBef>
                  <a:spcPct val="0"/>
                </a:spcBef>
              </a:pPr>
              <a:r>
                <a:rPr lang="en-US" b="true" sz="3539">
                  <a:solidFill>
                    <a:srgbClr val="FFFFFF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Nileshwarya R Roonwal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108214" y="3439408"/>
            <a:ext cx="6071573" cy="945572"/>
            <a:chOff x="0" y="0"/>
            <a:chExt cx="8095430" cy="126076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8095430" cy="1260763"/>
              <a:chOff x="0" y="0"/>
              <a:chExt cx="1599097" cy="2490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599097" cy="249040"/>
              </a:xfrm>
              <a:custGeom>
                <a:avLst/>
                <a:gdLst/>
                <a:ahLst/>
                <a:cxnLst/>
                <a:rect r="r" b="b" t="t" l="l"/>
                <a:pathLst>
                  <a:path h="249040" w="1599097">
                    <a:moveTo>
                      <a:pt x="65031" y="0"/>
                    </a:moveTo>
                    <a:lnTo>
                      <a:pt x="1534067" y="0"/>
                    </a:lnTo>
                    <a:cubicBezTo>
                      <a:pt x="1551314" y="0"/>
                      <a:pt x="1567855" y="6851"/>
                      <a:pt x="1580050" y="19047"/>
                    </a:cubicBezTo>
                    <a:cubicBezTo>
                      <a:pt x="1592246" y="31243"/>
                      <a:pt x="1599097" y="47783"/>
                      <a:pt x="1599097" y="65031"/>
                    </a:cubicBezTo>
                    <a:lnTo>
                      <a:pt x="1599097" y="184009"/>
                    </a:lnTo>
                    <a:cubicBezTo>
                      <a:pt x="1599097" y="219924"/>
                      <a:pt x="1569982" y="249040"/>
                      <a:pt x="1534067" y="249040"/>
                    </a:cubicBezTo>
                    <a:lnTo>
                      <a:pt x="65031" y="249040"/>
                    </a:lnTo>
                    <a:cubicBezTo>
                      <a:pt x="47783" y="249040"/>
                      <a:pt x="31243" y="242188"/>
                      <a:pt x="19047" y="229993"/>
                    </a:cubicBezTo>
                    <a:cubicBezTo>
                      <a:pt x="6851" y="217797"/>
                      <a:pt x="0" y="201256"/>
                      <a:pt x="0" y="184009"/>
                    </a:cubicBezTo>
                    <a:lnTo>
                      <a:pt x="0" y="65031"/>
                    </a:lnTo>
                    <a:cubicBezTo>
                      <a:pt x="0" y="47783"/>
                      <a:pt x="6851" y="31243"/>
                      <a:pt x="19047" y="19047"/>
                    </a:cubicBezTo>
                    <a:cubicBezTo>
                      <a:pt x="31243" y="6851"/>
                      <a:pt x="47783" y="0"/>
                      <a:pt x="65031" y="0"/>
                    </a:cubicBezTo>
                    <a:close/>
                  </a:path>
                </a:pathLst>
              </a:custGeom>
              <a:solidFill>
                <a:srgbClr val="0C1F4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1599097" cy="2966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741236" y="194420"/>
              <a:ext cx="6612958" cy="795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55"/>
                </a:lnSpc>
                <a:spcBef>
                  <a:spcPct val="0"/>
                </a:spcBef>
              </a:pPr>
              <a:r>
                <a:rPr lang="en-US" b="true" sz="3539">
                  <a:solidFill>
                    <a:srgbClr val="FFFFFF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Mahesh 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108214" y="5711553"/>
            <a:ext cx="6071573" cy="945572"/>
            <a:chOff x="0" y="0"/>
            <a:chExt cx="8095430" cy="1260763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8095430" cy="1260763"/>
              <a:chOff x="0" y="0"/>
              <a:chExt cx="1599097" cy="24904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599097" cy="249040"/>
              </a:xfrm>
              <a:custGeom>
                <a:avLst/>
                <a:gdLst/>
                <a:ahLst/>
                <a:cxnLst/>
                <a:rect r="r" b="b" t="t" l="l"/>
                <a:pathLst>
                  <a:path h="249040" w="1599097">
                    <a:moveTo>
                      <a:pt x="65031" y="0"/>
                    </a:moveTo>
                    <a:lnTo>
                      <a:pt x="1534067" y="0"/>
                    </a:lnTo>
                    <a:cubicBezTo>
                      <a:pt x="1551314" y="0"/>
                      <a:pt x="1567855" y="6851"/>
                      <a:pt x="1580050" y="19047"/>
                    </a:cubicBezTo>
                    <a:cubicBezTo>
                      <a:pt x="1592246" y="31243"/>
                      <a:pt x="1599097" y="47783"/>
                      <a:pt x="1599097" y="65031"/>
                    </a:cubicBezTo>
                    <a:lnTo>
                      <a:pt x="1599097" y="184009"/>
                    </a:lnTo>
                    <a:cubicBezTo>
                      <a:pt x="1599097" y="219924"/>
                      <a:pt x="1569982" y="249040"/>
                      <a:pt x="1534067" y="249040"/>
                    </a:cubicBezTo>
                    <a:lnTo>
                      <a:pt x="65031" y="249040"/>
                    </a:lnTo>
                    <a:cubicBezTo>
                      <a:pt x="47783" y="249040"/>
                      <a:pt x="31243" y="242188"/>
                      <a:pt x="19047" y="229993"/>
                    </a:cubicBezTo>
                    <a:cubicBezTo>
                      <a:pt x="6851" y="217797"/>
                      <a:pt x="0" y="201256"/>
                      <a:pt x="0" y="184009"/>
                    </a:cubicBezTo>
                    <a:lnTo>
                      <a:pt x="0" y="65031"/>
                    </a:lnTo>
                    <a:cubicBezTo>
                      <a:pt x="0" y="47783"/>
                      <a:pt x="6851" y="31243"/>
                      <a:pt x="19047" y="19047"/>
                    </a:cubicBezTo>
                    <a:cubicBezTo>
                      <a:pt x="31243" y="6851"/>
                      <a:pt x="47783" y="0"/>
                      <a:pt x="65031" y="0"/>
                    </a:cubicBezTo>
                    <a:close/>
                  </a:path>
                </a:pathLst>
              </a:custGeom>
              <a:solidFill>
                <a:srgbClr val="0C1F44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1599097" cy="2966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741236" y="203200"/>
              <a:ext cx="6612958" cy="795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55"/>
                </a:lnSpc>
                <a:spcBef>
                  <a:spcPct val="0"/>
                </a:spcBef>
              </a:pPr>
              <a:r>
                <a:rPr lang="en-US" b="true" sz="3539">
                  <a:solidFill>
                    <a:srgbClr val="FFFFFF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R Niranjana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108214" y="6847625"/>
            <a:ext cx="6071573" cy="945572"/>
            <a:chOff x="0" y="0"/>
            <a:chExt cx="8095430" cy="1260763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095430" cy="1260763"/>
              <a:chOff x="0" y="0"/>
              <a:chExt cx="1599097" cy="24904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599097" cy="249040"/>
              </a:xfrm>
              <a:custGeom>
                <a:avLst/>
                <a:gdLst/>
                <a:ahLst/>
                <a:cxnLst/>
                <a:rect r="r" b="b" t="t" l="l"/>
                <a:pathLst>
                  <a:path h="249040" w="1599097">
                    <a:moveTo>
                      <a:pt x="65031" y="0"/>
                    </a:moveTo>
                    <a:lnTo>
                      <a:pt x="1534067" y="0"/>
                    </a:lnTo>
                    <a:cubicBezTo>
                      <a:pt x="1551314" y="0"/>
                      <a:pt x="1567855" y="6851"/>
                      <a:pt x="1580050" y="19047"/>
                    </a:cubicBezTo>
                    <a:cubicBezTo>
                      <a:pt x="1592246" y="31243"/>
                      <a:pt x="1599097" y="47783"/>
                      <a:pt x="1599097" y="65031"/>
                    </a:cubicBezTo>
                    <a:lnTo>
                      <a:pt x="1599097" y="184009"/>
                    </a:lnTo>
                    <a:cubicBezTo>
                      <a:pt x="1599097" y="219924"/>
                      <a:pt x="1569982" y="249040"/>
                      <a:pt x="1534067" y="249040"/>
                    </a:cubicBezTo>
                    <a:lnTo>
                      <a:pt x="65031" y="249040"/>
                    </a:lnTo>
                    <a:cubicBezTo>
                      <a:pt x="47783" y="249040"/>
                      <a:pt x="31243" y="242188"/>
                      <a:pt x="19047" y="229993"/>
                    </a:cubicBezTo>
                    <a:cubicBezTo>
                      <a:pt x="6851" y="217797"/>
                      <a:pt x="0" y="201256"/>
                      <a:pt x="0" y="184009"/>
                    </a:cubicBezTo>
                    <a:lnTo>
                      <a:pt x="0" y="65031"/>
                    </a:lnTo>
                    <a:cubicBezTo>
                      <a:pt x="0" y="47783"/>
                      <a:pt x="6851" y="31243"/>
                      <a:pt x="19047" y="19047"/>
                    </a:cubicBezTo>
                    <a:cubicBezTo>
                      <a:pt x="31243" y="6851"/>
                      <a:pt x="47783" y="0"/>
                      <a:pt x="65031" y="0"/>
                    </a:cubicBezTo>
                    <a:close/>
                  </a:path>
                </a:pathLst>
              </a:custGeom>
              <a:solidFill>
                <a:srgbClr val="0C1F44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1599097" cy="2966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741236" y="190500"/>
              <a:ext cx="6612958" cy="795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55"/>
                </a:lnSpc>
                <a:spcBef>
                  <a:spcPct val="0"/>
                </a:spcBef>
              </a:pPr>
              <a:r>
                <a:rPr lang="en-US" b="true" sz="3539">
                  <a:solidFill>
                    <a:srgbClr val="FFFFFF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Siva 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108214" y="7983697"/>
            <a:ext cx="6071573" cy="945572"/>
            <a:chOff x="0" y="0"/>
            <a:chExt cx="8095430" cy="1260763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8095430" cy="1260763"/>
              <a:chOff x="0" y="0"/>
              <a:chExt cx="1599097" cy="24904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599097" cy="249040"/>
              </a:xfrm>
              <a:custGeom>
                <a:avLst/>
                <a:gdLst/>
                <a:ahLst/>
                <a:cxnLst/>
                <a:rect r="r" b="b" t="t" l="l"/>
                <a:pathLst>
                  <a:path h="249040" w="1599097">
                    <a:moveTo>
                      <a:pt x="65031" y="0"/>
                    </a:moveTo>
                    <a:lnTo>
                      <a:pt x="1534067" y="0"/>
                    </a:lnTo>
                    <a:cubicBezTo>
                      <a:pt x="1551314" y="0"/>
                      <a:pt x="1567855" y="6851"/>
                      <a:pt x="1580050" y="19047"/>
                    </a:cubicBezTo>
                    <a:cubicBezTo>
                      <a:pt x="1592246" y="31243"/>
                      <a:pt x="1599097" y="47783"/>
                      <a:pt x="1599097" y="65031"/>
                    </a:cubicBezTo>
                    <a:lnTo>
                      <a:pt x="1599097" y="184009"/>
                    </a:lnTo>
                    <a:cubicBezTo>
                      <a:pt x="1599097" y="219924"/>
                      <a:pt x="1569982" y="249040"/>
                      <a:pt x="1534067" y="249040"/>
                    </a:cubicBezTo>
                    <a:lnTo>
                      <a:pt x="65031" y="249040"/>
                    </a:lnTo>
                    <a:cubicBezTo>
                      <a:pt x="47783" y="249040"/>
                      <a:pt x="31243" y="242188"/>
                      <a:pt x="19047" y="229993"/>
                    </a:cubicBezTo>
                    <a:cubicBezTo>
                      <a:pt x="6851" y="217797"/>
                      <a:pt x="0" y="201256"/>
                      <a:pt x="0" y="184009"/>
                    </a:cubicBezTo>
                    <a:lnTo>
                      <a:pt x="0" y="65031"/>
                    </a:lnTo>
                    <a:cubicBezTo>
                      <a:pt x="0" y="47783"/>
                      <a:pt x="6851" y="31243"/>
                      <a:pt x="19047" y="19047"/>
                    </a:cubicBezTo>
                    <a:cubicBezTo>
                      <a:pt x="31243" y="6851"/>
                      <a:pt x="47783" y="0"/>
                      <a:pt x="65031" y="0"/>
                    </a:cubicBezTo>
                    <a:close/>
                  </a:path>
                </a:pathLst>
              </a:custGeom>
              <a:solidFill>
                <a:srgbClr val="0C1F44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1599097" cy="2966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5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741236" y="203200"/>
              <a:ext cx="6612958" cy="795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55"/>
                </a:lnSpc>
                <a:spcBef>
                  <a:spcPct val="0"/>
                </a:spcBef>
              </a:pPr>
              <a:r>
                <a:rPr lang="en-US" b="true" sz="3539">
                  <a:solidFill>
                    <a:srgbClr val="FFFFFF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Vrushali Bhandare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59079" y="163090"/>
            <a:ext cx="2994968" cy="41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26" spc="93" b="true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HealthGuard Pro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DAGY3GpQ63U</dc:identifier>
  <dcterms:modified xsi:type="dcterms:W3CDTF">2011-08-01T06:04:30Z</dcterms:modified>
  <cp:revision>1</cp:revision>
  <dc:title>HealthGuard Pro</dc:title>
</cp:coreProperties>
</file>